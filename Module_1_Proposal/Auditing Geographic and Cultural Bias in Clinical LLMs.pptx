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2" r:id="rId10"/>
    <p:sldId id="263" r:id="rId11"/>
    <p:sldId id="264" r:id="rId12"/>
    <p:sldId id="268" r:id="rId13"/>
    <p:sldId id="269" r:id="rId14"/>
    <p:sldId id="270" r:id="rId15"/>
    <p:sldId id="265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176D3C-C517-4DB8-AC4B-A55A2640377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A6726A-22A2-4A28-B531-E5D82A85A6F3}">
      <dgm:prSet/>
      <dgm:spPr/>
      <dgm:t>
        <a:bodyPr/>
        <a:lstStyle/>
        <a:p>
          <a:r>
            <a:rPr lang="en-PK" b="0" i="0" baseline="0"/>
            <a:t>The paper uses </a:t>
          </a:r>
          <a:r>
            <a:rPr lang="en-PK" b="1" i="0" baseline="0"/>
            <a:t>semantic-preserving perturbations</a:t>
          </a:r>
          <a:r>
            <a:rPr lang="en-PK" b="0" i="0" baseline="0"/>
            <a:t>.</a:t>
          </a:r>
          <a:endParaRPr lang="en-US"/>
        </a:p>
      </dgm:t>
    </dgm:pt>
    <dgm:pt modelId="{A4E49C4E-7944-49B7-B930-334CCE9BCDFC}" type="parTrans" cxnId="{0E264233-2A94-4450-B4B1-A4C4369FF5B7}">
      <dgm:prSet/>
      <dgm:spPr/>
      <dgm:t>
        <a:bodyPr/>
        <a:lstStyle/>
        <a:p>
          <a:endParaRPr lang="en-US"/>
        </a:p>
      </dgm:t>
    </dgm:pt>
    <dgm:pt modelId="{B49407DA-7AAA-4021-BB97-B0A4B0FF42FE}" type="sibTrans" cxnId="{0E264233-2A94-4450-B4B1-A4C4369FF5B7}">
      <dgm:prSet/>
      <dgm:spPr/>
      <dgm:t>
        <a:bodyPr/>
        <a:lstStyle/>
        <a:p>
          <a:endParaRPr lang="en-US"/>
        </a:p>
      </dgm:t>
    </dgm:pt>
    <dgm:pt modelId="{0E52DF92-5675-4FA8-854D-7F3B55DE2A14}">
      <dgm:prSet/>
      <dgm:spPr/>
      <dgm:t>
        <a:bodyPr/>
        <a:lstStyle/>
        <a:p>
          <a:r>
            <a:rPr lang="en-PK" b="0" i="0" baseline="0"/>
            <a:t>Meaning:</a:t>
          </a:r>
          <a:endParaRPr lang="en-US"/>
        </a:p>
      </dgm:t>
    </dgm:pt>
    <dgm:pt modelId="{269BFB9C-3936-4EB2-88A9-8D608796E082}" type="parTrans" cxnId="{CE7B0ED3-0BC1-410A-937A-B079E387F940}">
      <dgm:prSet/>
      <dgm:spPr/>
      <dgm:t>
        <a:bodyPr/>
        <a:lstStyle/>
        <a:p>
          <a:endParaRPr lang="en-US"/>
        </a:p>
      </dgm:t>
    </dgm:pt>
    <dgm:pt modelId="{A267F3FE-774F-4499-93E7-CB7413A185EF}" type="sibTrans" cxnId="{CE7B0ED3-0BC1-410A-937A-B079E387F940}">
      <dgm:prSet/>
      <dgm:spPr/>
      <dgm:t>
        <a:bodyPr/>
        <a:lstStyle/>
        <a:p>
          <a:endParaRPr lang="en-US"/>
        </a:p>
      </dgm:t>
    </dgm:pt>
    <dgm:pt modelId="{4A88158B-C026-41F8-BED3-670A9C15188F}">
      <dgm:prSet/>
      <dgm:spPr/>
      <dgm:t>
        <a:bodyPr/>
        <a:lstStyle/>
        <a:p>
          <a:r>
            <a:rPr lang="en-PK" b="0" i="0" baseline="0"/>
            <a:t>Change </a:t>
          </a:r>
          <a:r>
            <a:rPr lang="en-PK" b="1" i="0" baseline="0"/>
            <a:t>how a patient writes</a:t>
          </a:r>
          <a:r>
            <a:rPr lang="en-PK" b="0" i="0" baseline="0"/>
            <a:t>, without changing symptoms.</a:t>
          </a:r>
          <a:endParaRPr lang="en-US"/>
        </a:p>
      </dgm:t>
    </dgm:pt>
    <dgm:pt modelId="{8DEC0F2E-84CD-4BB5-954C-85E2BA2CF302}" type="parTrans" cxnId="{D208BADC-5263-46E2-A26C-528DDD701944}">
      <dgm:prSet/>
      <dgm:spPr/>
      <dgm:t>
        <a:bodyPr/>
        <a:lstStyle/>
        <a:p>
          <a:endParaRPr lang="en-US"/>
        </a:p>
      </dgm:t>
    </dgm:pt>
    <dgm:pt modelId="{44C7EFB3-FE86-4B81-8CFF-A3E6F984256A}" type="sibTrans" cxnId="{D208BADC-5263-46E2-A26C-528DDD701944}">
      <dgm:prSet/>
      <dgm:spPr/>
      <dgm:t>
        <a:bodyPr/>
        <a:lstStyle/>
        <a:p>
          <a:endParaRPr lang="en-US"/>
        </a:p>
      </dgm:t>
    </dgm:pt>
    <dgm:pt modelId="{852C63F8-1203-437A-BEFC-199BF392FBEC}">
      <dgm:prSet/>
      <dgm:spPr/>
      <dgm:t>
        <a:bodyPr/>
        <a:lstStyle/>
        <a:p>
          <a:r>
            <a:rPr lang="en-PK" b="0" i="0" baseline="0"/>
            <a:t>Example:</a:t>
          </a:r>
          <a:endParaRPr lang="en-US"/>
        </a:p>
      </dgm:t>
    </dgm:pt>
    <dgm:pt modelId="{7F933EDF-E277-4FA9-A2EF-3E39E9DE995F}" type="parTrans" cxnId="{763EFFC1-F43F-4A8A-AD1F-A9604115457D}">
      <dgm:prSet/>
      <dgm:spPr/>
      <dgm:t>
        <a:bodyPr/>
        <a:lstStyle/>
        <a:p>
          <a:endParaRPr lang="en-US"/>
        </a:p>
      </dgm:t>
    </dgm:pt>
    <dgm:pt modelId="{C958C70F-CF30-45BE-9860-C245E529DC38}" type="sibTrans" cxnId="{763EFFC1-F43F-4A8A-AD1F-A9604115457D}">
      <dgm:prSet/>
      <dgm:spPr/>
      <dgm:t>
        <a:bodyPr/>
        <a:lstStyle/>
        <a:p>
          <a:endParaRPr lang="en-US"/>
        </a:p>
      </dgm:t>
    </dgm:pt>
    <dgm:pt modelId="{99C0A764-0E63-4B1F-A80E-483EE13B534A}">
      <dgm:prSet/>
      <dgm:spPr/>
      <dgm:t>
        <a:bodyPr/>
        <a:lstStyle/>
        <a:p>
          <a:r>
            <a:rPr lang="en-PK" b="0" i="0" baseline="0"/>
            <a:t>Original message</a:t>
          </a:r>
          <a:endParaRPr lang="en-US"/>
        </a:p>
      </dgm:t>
    </dgm:pt>
    <dgm:pt modelId="{C5EEC3C1-AB17-4146-8B37-B0E2B160C0D7}" type="parTrans" cxnId="{58540D41-043A-421D-80C3-239BC1833673}">
      <dgm:prSet/>
      <dgm:spPr/>
      <dgm:t>
        <a:bodyPr/>
        <a:lstStyle/>
        <a:p>
          <a:endParaRPr lang="en-US"/>
        </a:p>
      </dgm:t>
    </dgm:pt>
    <dgm:pt modelId="{61C551A4-E030-47EB-9A1E-59512C342190}" type="sibTrans" cxnId="{58540D41-043A-421D-80C3-239BC1833673}">
      <dgm:prSet/>
      <dgm:spPr/>
      <dgm:t>
        <a:bodyPr/>
        <a:lstStyle/>
        <a:p>
          <a:endParaRPr lang="en-US"/>
        </a:p>
      </dgm:t>
    </dgm:pt>
    <dgm:pt modelId="{EC12F110-918E-44EB-AB94-B0AFAE089DB7}">
      <dgm:prSet/>
      <dgm:spPr/>
      <dgm:t>
        <a:bodyPr/>
        <a:lstStyle/>
        <a:p>
          <a:r>
            <a:rPr lang="en-PK" b="0" i="0" baseline="0"/>
            <a:t>I have severe chest pain and shortness of breath.</a:t>
          </a:r>
          <a:endParaRPr lang="en-US"/>
        </a:p>
      </dgm:t>
    </dgm:pt>
    <dgm:pt modelId="{CB05FA2F-A92F-43E3-A3E0-905A4EE5B445}" type="parTrans" cxnId="{C0AB6F1D-E77A-4D78-8945-6B7E6710F419}">
      <dgm:prSet/>
      <dgm:spPr/>
      <dgm:t>
        <a:bodyPr/>
        <a:lstStyle/>
        <a:p>
          <a:endParaRPr lang="en-US"/>
        </a:p>
      </dgm:t>
    </dgm:pt>
    <dgm:pt modelId="{6F4F0DDD-063B-41A9-83F9-E0CF3C2770AD}" type="sibTrans" cxnId="{C0AB6F1D-E77A-4D78-8945-6B7E6710F419}">
      <dgm:prSet/>
      <dgm:spPr/>
      <dgm:t>
        <a:bodyPr/>
        <a:lstStyle/>
        <a:p>
          <a:endParaRPr lang="en-US"/>
        </a:p>
      </dgm:t>
    </dgm:pt>
    <dgm:pt modelId="{F8026851-52BE-473A-9CD4-A54967586959}">
      <dgm:prSet/>
      <dgm:spPr/>
      <dgm:t>
        <a:bodyPr/>
        <a:lstStyle/>
        <a:p>
          <a:r>
            <a:rPr lang="en-PK" b="0" i="0" baseline="0"/>
            <a:t>Perturbed message</a:t>
          </a:r>
          <a:endParaRPr lang="en-US"/>
        </a:p>
      </dgm:t>
    </dgm:pt>
    <dgm:pt modelId="{7C1C3470-E5E1-4038-B642-2495028802C3}" type="parTrans" cxnId="{D778B792-4CBC-43A0-8764-B81376BBE340}">
      <dgm:prSet/>
      <dgm:spPr/>
      <dgm:t>
        <a:bodyPr/>
        <a:lstStyle/>
        <a:p>
          <a:endParaRPr lang="en-US"/>
        </a:p>
      </dgm:t>
    </dgm:pt>
    <dgm:pt modelId="{A1E9463C-103D-4157-AF74-0CF220227B84}" type="sibTrans" cxnId="{D778B792-4CBC-43A0-8764-B81376BBE340}">
      <dgm:prSet/>
      <dgm:spPr/>
      <dgm:t>
        <a:bodyPr/>
        <a:lstStyle/>
        <a:p>
          <a:endParaRPr lang="en-US"/>
        </a:p>
      </dgm:t>
    </dgm:pt>
    <dgm:pt modelId="{2773E6A1-B48E-49DA-88B8-99CCA334D006}">
      <dgm:prSet/>
      <dgm:spPr/>
      <dgm:t>
        <a:bodyPr/>
        <a:lstStyle/>
        <a:p>
          <a:r>
            <a:rPr lang="en-PK" b="0" i="0" baseline="0"/>
            <a:t>umm I think I have chest pain and can't breathe properly :(</a:t>
          </a:r>
          <a:endParaRPr lang="en-US"/>
        </a:p>
      </dgm:t>
    </dgm:pt>
    <dgm:pt modelId="{4FAECA99-66D0-48DC-9D2F-EEB62B0FD248}" type="parTrans" cxnId="{FF23D7DA-76E9-4A73-9424-7B0BBCA76B56}">
      <dgm:prSet/>
      <dgm:spPr/>
      <dgm:t>
        <a:bodyPr/>
        <a:lstStyle/>
        <a:p>
          <a:endParaRPr lang="en-US"/>
        </a:p>
      </dgm:t>
    </dgm:pt>
    <dgm:pt modelId="{F9CE403F-04FC-4501-9DF0-4CA175CC236B}" type="sibTrans" cxnId="{FF23D7DA-76E9-4A73-9424-7B0BBCA76B56}">
      <dgm:prSet/>
      <dgm:spPr/>
      <dgm:t>
        <a:bodyPr/>
        <a:lstStyle/>
        <a:p>
          <a:endParaRPr lang="en-US"/>
        </a:p>
      </dgm:t>
    </dgm:pt>
    <dgm:pt modelId="{C1457279-92EA-4F7F-96BA-C8901546EF8D}">
      <dgm:prSet/>
      <dgm:spPr/>
      <dgm:t>
        <a:bodyPr/>
        <a:lstStyle/>
        <a:p>
          <a:r>
            <a:rPr lang="en-PK" b="0" i="0" baseline="0"/>
            <a:t>Symptoms remain the </a:t>
          </a:r>
          <a:r>
            <a:rPr lang="en-PK" b="1" i="0" baseline="0"/>
            <a:t>same</a:t>
          </a:r>
          <a:r>
            <a:rPr lang="en-PK" b="0" i="0" baseline="0"/>
            <a:t>.</a:t>
          </a:r>
          <a:endParaRPr lang="en-US"/>
        </a:p>
      </dgm:t>
    </dgm:pt>
    <dgm:pt modelId="{490DA9A6-A131-42E9-B722-48B4D46703A3}" type="parTrans" cxnId="{2D98F55E-E006-4B0C-AB60-4033AC8C52E0}">
      <dgm:prSet/>
      <dgm:spPr/>
      <dgm:t>
        <a:bodyPr/>
        <a:lstStyle/>
        <a:p>
          <a:endParaRPr lang="en-US"/>
        </a:p>
      </dgm:t>
    </dgm:pt>
    <dgm:pt modelId="{E9B41D9C-1C69-4743-AFC2-36C80A021C92}" type="sibTrans" cxnId="{2D98F55E-E006-4B0C-AB60-4033AC8C52E0}">
      <dgm:prSet/>
      <dgm:spPr/>
      <dgm:t>
        <a:bodyPr/>
        <a:lstStyle/>
        <a:p>
          <a:endParaRPr lang="en-US"/>
        </a:p>
      </dgm:t>
    </dgm:pt>
    <dgm:pt modelId="{937B5D24-0B78-4EE6-A102-D1B59BBE9561}" type="pres">
      <dgm:prSet presAssocID="{1D176D3C-C517-4DB8-AC4B-A55A26403770}" presName="Name0" presStyleCnt="0">
        <dgm:presLayoutVars>
          <dgm:dir/>
          <dgm:resizeHandles val="exact"/>
        </dgm:presLayoutVars>
      </dgm:prSet>
      <dgm:spPr/>
    </dgm:pt>
    <dgm:pt modelId="{CE1AB9A2-69CF-490D-9386-1EC3ABCDF50B}" type="pres">
      <dgm:prSet presAssocID="{C1A6726A-22A2-4A28-B531-E5D82A85A6F3}" presName="node" presStyleLbl="node1" presStyleIdx="0" presStyleCnt="7">
        <dgm:presLayoutVars>
          <dgm:bulletEnabled val="1"/>
        </dgm:presLayoutVars>
      </dgm:prSet>
      <dgm:spPr/>
    </dgm:pt>
    <dgm:pt modelId="{5203D56B-34FB-451D-9C11-07D98B0D7651}" type="pres">
      <dgm:prSet presAssocID="{B49407DA-7AAA-4021-BB97-B0A4B0FF42FE}" presName="sibTrans" presStyleLbl="sibTrans1D1" presStyleIdx="0" presStyleCnt="6"/>
      <dgm:spPr/>
    </dgm:pt>
    <dgm:pt modelId="{F7355857-E557-49DF-AE08-BFD3FBCB739E}" type="pres">
      <dgm:prSet presAssocID="{B49407DA-7AAA-4021-BB97-B0A4B0FF42FE}" presName="connectorText" presStyleLbl="sibTrans1D1" presStyleIdx="0" presStyleCnt="6"/>
      <dgm:spPr/>
    </dgm:pt>
    <dgm:pt modelId="{0E963FF8-6D7D-46EE-8A27-5885B47D271B}" type="pres">
      <dgm:prSet presAssocID="{0E52DF92-5675-4FA8-854D-7F3B55DE2A14}" presName="node" presStyleLbl="node1" presStyleIdx="1" presStyleCnt="7">
        <dgm:presLayoutVars>
          <dgm:bulletEnabled val="1"/>
        </dgm:presLayoutVars>
      </dgm:prSet>
      <dgm:spPr/>
    </dgm:pt>
    <dgm:pt modelId="{38008DD2-EB51-43AA-935F-AFB5B68E59CD}" type="pres">
      <dgm:prSet presAssocID="{A267F3FE-774F-4499-93E7-CB7413A185EF}" presName="sibTrans" presStyleLbl="sibTrans1D1" presStyleIdx="1" presStyleCnt="6"/>
      <dgm:spPr/>
    </dgm:pt>
    <dgm:pt modelId="{88CC2DBD-A565-4809-A08C-08FF4EB7D598}" type="pres">
      <dgm:prSet presAssocID="{A267F3FE-774F-4499-93E7-CB7413A185EF}" presName="connectorText" presStyleLbl="sibTrans1D1" presStyleIdx="1" presStyleCnt="6"/>
      <dgm:spPr/>
    </dgm:pt>
    <dgm:pt modelId="{F4BC84F0-6FEC-421C-87A1-E10A8C12F8C1}" type="pres">
      <dgm:prSet presAssocID="{4A88158B-C026-41F8-BED3-670A9C15188F}" presName="node" presStyleLbl="node1" presStyleIdx="2" presStyleCnt="7">
        <dgm:presLayoutVars>
          <dgm:bulletEnabled val="1"/>
        </dgm:presLayoutVars>
      </dgm:prSet>
      <dgm:spPr/>
    </dgm:pt>
    <dgm:pt modelId="{A6821E77-8ACE-43F7-BA78-35C2D996F82E}" type="pres">
      <dgm:prSet presAssocID="{44C7EFB3-FE86-4B81-8CFF-A3E6F984256A}" presName="sibTrans" presStyleLbl="sibTrans1D1" presStyleIdx="2" presStyleCnt="6"/>
      <dgm:spPr/>
    </dgm:pt>
    <dgm:pt modelId="{D88169CD-D6E5-4F6B-BA81-D95287B4C394}" type="pres">
      <dgm:prSet presAssocID="{44C7EFB3-FE86-4B81-8CFF-A3E6F984256A}" presName="connectorText" presStyleLbl="sibTrans1D1" presStyleIdx="2" presStyleCnt="6"/>
      <dgm:spPr/>
    </dgm:pt>
    <dgm:pt modelId="{741E9D13-2E2F-400E-8D1E-E29835879B0D}" type="pres">
      <dgm:prSet presAssocID="{852C63F8-1203-437A-BEFC-199BF392FBEC}" presName="node" presStyleLbl="node1" presStyleIdx="3" presStyleCnt="7">
        <dgm:presLayoutVars>
          <dgm:bulletEnabled val="1"/>
        </dgm:presLayoutVars>
      </dgm:prSet>
      <dgm:spPr/>
    </dgm:pt>
    <dgm:pt modelId="{4238D21D-BAA6-4B70-8536-BB65C4E507EB}" type="pres">
      <dgm:prSet presAssocID="{C958C70F-CF30-45BE-9860-C245E529DC38}" presName="sibTrans" presStyleLbl="sibTrans1D1" presStyleIdx="3" presStyleCnt="6"/>
      <dgm:spPr/>
    </dgm:pt>
    <dgm:pt modelId="{0C3A7090-6121-4BCD-B377-75D3D3C83212}" type="pres">
      <dgm:prSet presAssocID="{C958C70F-CF30-45BE-9860-C245E529DC38}" presName="connectorText" presStyleLbl="sibTrans1D1" presStyleIdx="3" presStyleCnt="6"/>
      <dgm:spPr/>
    </dgm:pt>
    <dgm:pt modelId="{74E9C61E-AF9C-4101-9C28-9FB3C5EC25D1}" type="pres">
      <dgm:prSet presAssocID="{99C0A764-0E63-4B1F-A80E-483EE13B534A}" presName="node" presStyleLbl="node1" presStyleIdx="4" presStyleCnt="7">
        <dgm:presLayoutVars>
          <dgm:bulletEnabled val="1"/>
        </dgm:presLayoutVars>
      </dgm:prSet>
      <dgm:spPr/>
    </dgm:pt>
    <dgm:pt modelId="{8B4CAA58-6FCB-4FBB-BD94-ED9F7D6DA039}" type="pres">
      <dgm:prSet presAssocID="{61C551A4-E030-47EB-9A1E-59512C342190}" presName="sibTrans" presStyleLbl="sibTrans1D1" presStyleIdx="4" presStyleCnt="6"/>
      <dgm:spPr/>
    </dgm:pt>
    <dgm:pt modelId="{A52F90CC-CC91-4381-913C-09B1B660C536}" type="pres">
      <dgm:prSet presAssocID="{61C551A4-E030-47EB-9A1E-59512C342190}" presName="connectorText" presStyleLbl="sibTrans1D1" presStyleIdx="4" presStyleCnt="6"/>
      <dgm:spPr/>
    </dgm:pt>
    <dgm:pt modelId="{76414BD3-EA2F-4387-8E78-C174B30E5456}" type="pres">
      <dgm:prSet presAssocID="{F8026851-52BE-473A-9CD4-A54967586959}" presName="node" presStyleLbl="node1" presStyleIdx="5" presStyleCnt="7">
        <dgm:presLayoutVars>
          <dgm:bulletEnabled val="1"/>
        </dgm:presLayoutVars>
      </dgm:prSet>
      <dgm:spPr/>
    </dgm:pt>
    <dgm:pt modelId="{3C248E96-22C4-467F-A281-51443BCCCA83}" type="pres">
      <dgm:prSet presAssocID="{A1E9463C-103D-4157-AF74-0CF220227B84}" presName="sibTrans" presStyleLbl="sibTrans1D1" presStyleIdx="5" presStyleCnt="6"/>
      <dgm:spPr/>
    </dgm:pt>
    <dgm:pt modelId="{F6652A52-F2F9-4176-A0D9-231B8530A392}" type="pres">
      <dgm:prSet presAssocID="{A1E9463C-103D-4157-AF74-0CF220227B84}" presName="connectorText" presStyleLbl="sibTrans1D1" presStyleIdx="5" presStyleCnt="6"/>
      <dgm:spPr/>
    </dgm:pt>
    <dgm:pt modelId="{04613980-8FF5-4594-9EAD-C606CCAB59DA}" type="pres">
      <dgm:prSet presAssocID="{C1457279-92EA-4F7F-96BA-C8901546EF8D}" presName="node" presStyleLbl="node1" presStyleIdx="6" presStyleCnt="7">
        <dgm:presLayoutVars>
          <dgm:bulletEnabled val="1"/>
        </dgm:presLayoutVars>
      </dgm:prSet>
      <dgm:spPr/>
    </dgm:pt>
  </dgm:ptLst>
  <dgm:cxnLst>
    <dgm:cxn modelId="{A6BDCF0E-A453-42D5-9082-010FD111B131}" type="presOf" srcId="{A267F3FE-774F-4499-93E7-CB7413A185EF}" destId="{38008DD2-EB51-43AA-935F-AFB5B68E59CD}" srcOrd="0" destOrd="0" presId="urn:microsoft.com/office/officeart/2016/7/layout/RepeatingBendingProcessNew"/>
    <dgm:cxn modelId="{60EC5B15-1456-4693-AE12-1F14D19B3882}" type="presOf" srcId="{B49407DA-7AAA-4021-BB97-B0A4B0FF42FE}" destId="{5203D56B-34FB-451D-9C11-07D98B0D7651}" srcOrd="0" destOrd="0" presId="urn:microsoft.com/office/officeart/2016/7/layout/RepeatingBendingProcessNew"/>
    <dgm:cxn modelId="{75EA701C-0C88-4E4F-9DA2-E8AAAF4F473A}" type="presOf" srcId="{99C0A764-0E63-4B1F-A80E-483EE13B534A}" destId="{74E9C61E-AF9C-4101-9C28-9FB3C5EC25D1}" srcOrd="0" destOrd="0" presId="urn:microsoft.com/office/officeart/2016/7/layout/RepeatingBendingProcessNew"/>
    <dgm:cxn modelId="{8119ED1C-2978-4AE7-99C3-BBA615B38EEB}" type="presOf" srcId="{A267F3FE-774F-4499-93E7-CB7413A185EF}" destId="{88CC2DBD-A565-4809-A08C-08FF4EB7D598}" srcOrd="1" destOrd="0" presId="urn:microsoft.com/office/officeart/2016/7/layout/RepeatingBendingProcessNew"/>
    <dgm:cxn modelId="{C0AB6F1D-E77A-4D78-8945-6B7E6710F419}" srcId="{99C0A764-0E63-4B1F-A80E-483EE13B534A}" destId="{EC12F110-918E-44EB-AB94-B0AFAE089DB7}" srcOrd="0" destOrd="0" parTransId="{CB05FA2F-A92F-43E3-A3E0-905A4EE5B445}" sibTransId="{6F4F0DDD-063B-41A9-83F9-E0CF3C2770AD}"/>
    <dgm:cxn modelId="{D8823921-17B4-4A62-B0B1-C2517D77E54A}" type="presOf" srcId="{0E52DF92-5675-4FA8-854D-7F3B55DE2A14}" destId="{0E963FF8-6D7D-46EE-8A27-5885B47D271B}" srcOrd="0" destOrd="0" presId="urn:microsoft.com/office/officeart/2016/7/layout/RepeatingBendingProcessNew"/>
    <dgm:cxn modelId="{FB92462E-581D-420E-AED4-C9A7F132E099}" type="presOf" srcId="{F8026851-52BE-473A-9CD4-A54967586959}" destId="{76414BD3-EA2F-4387-8E78-C174B30E5456}" srcOrd="0" destOrd="0" presId="urn:microsoft.com/office/officeart/2016/7/layout/RepeatingBendingProcessNew"/>
    <dgm:cxn modelId="{0E264233-2A94-4450-B4B1-A4C4369FF5B7}" srcId="{1D176D3C-C517-4DB8-AC4B-A55A26403770}" destId="{C1A6726A-22A2-4A28-B531-E5D82A85A6F3}" srcOrd="0" destOrd="0" parTransId="{A4E49C4E-7944-49B7-B930-334CCE9BCDFC}" sibTransId="{B49407DA-7AAA-4021-BB97-B0A4B0FF42FE}"/>
    <dgm:cxn modelId="{B2E1C33A-156A-4619-9814-34580745C0C8}" type="presOf" srcId="{C958C70F-CF30-45BE-9860-C245E529DC38}" destId="{4238D21D-BAA6-4B70-8536-BB65C4E507EB}" srcOrd="0" destOrd="0" presId="urn:microsoft.com/office/officeart/2016/7/layout/RepeatingBendingProcessNew"/>
    <dgm:cxn modelId="{F92B7E3B-98F2-4AB9-A831-C7CE638C76E3}" type="presOf" srcId="{A1E9463C-103D-4157-AF74-0CF220227B84}" destId="{F6652A52-F2F9-4176-A0D9-231B8530A392}" srcOrd="1" destOrd="0" presId="urn:microsoft.com/office/officeart/2016/7/layout/RepeatingBendingProcessNew"/>
    <dgm:cxn modelId="{7230743F-BAB2-4BD1-854E-1FA61C88B937}" type="presOf" srcId="{61C551A4-E030-47EB-9A1E-59512C342190}" destId="{8B4CAA58-6FCB-4FBB-BD94-ED9F7D6DA039}" srcOrd="0" destOrd="0" presId="urn:microsoft.com/office/officeart/2016/7/layout/RepeatingBendingProcessNew"/>
    <dgm:cxn modelId="{2D98F55E-E006-4B0C-AB60-4033AC8C52E0}" srcId="{1D176D3C-C517-4DB8-AC4B-A55A26403770}" destId="{C1457279-92EA-4F7F-96BA-C8901546EF8D}" srcOrd="6" destOrd="0" parTransId="{490DA9A6-A131-42E9-B722-48B4D46703A3}" sibTransId="{E9B41D9C-1C69-4743-AFC2-36C80A021C92}"/>
    <dgm:cxn modelId="{4D7FE460-A57E-4A1B-AF43-7678F5BAC9A3}" type="presOf" srcId="{1D176D3C-C517-4DB8-AC4B-A55A26403770}" destId="{937B5D24-0B78-4EE6-A102-D1B59BBE9561}" srcOrd="0" destOrd="0" presId="urn:microsoft.com/office/officeart/2016/7/layout/RepeatingBendingProcessNew"/>
    <dgm:cxn modelId="{58540D41-043A-421D-80C3-239BC1833673}" srcId="{1D176D3C-C517-4DB8-AC4B-A55A26403770}" destId="{99C0A764-0E63-4B1F-A80E-483EE13B534A}" srcOrd="4" destOrd="0" parTransId="{C5EEC3C1-AB17-4146-8B37-B0E2B160C0D7}" sibTransId="{61C551A4-E030-47EB-9A1E-59512C342190}"/>
    <dgm:cxn modelId="{548BA366-8C39-4F5E-AB10-99087F61BFB8}" type="presOf" srcId="{C1457279-92EA-4F7F-96BA-C8901546EF8D}" destId="{04613980-8FF5-4594-9EAD-C606CCAB59DA}" srcOrd="0" destOrd="0" presId="urn:microsoft.com/office/officeart/2016/7/layout/RepeatingBendingProcessNew"/>
    <dgm:cxn modelId="{3A75EE48-3DFA-45CA-B972-90F4AA4ECA2D}" type="presOf" srcId="{44C7EFB3-FE86-4B81-8CFF-A3E6F984256A}" destId="{D88169CD-D6E5-4F6B-BA81-D95287B4C394}" srcOrd="1" destOrd="0" presId="urn:microsoft.com/office/officeart/2016/7/layout/RepeatingBendingProcessNew"/>
    <dgm:cxn modelId="{1DD65F73-9BAC-483F-8486-7734AA3B30E6}" type="presOf" srcId="{C958C70F-CF30-45BE-9860-C245E529DC38}" destId="{0C3A7090-6121-4BCD-B377-75D3D3C83212}" srcOrd="1" destOrd="0" presId="urn:microsoft.com/office/officeart/2016/7/layout/RepeatingBendingProcessNew"/>
    <dgm:cxn modelId="{D778B792-4CBC-43A0-8764-B81376BBE340}" srcId="{1D176D3C-C517-4DB8-AC4B-A55A26403770}" destId="{F8026851-52BE-473A-9CD4-A54967586959}" srcOrd="5" destOrd="0" parTransId="{7C1C3470-E5E1-4038-B642-2495028802C3}" sibTransId="{A1E9463C-103D-4157-AF74-0CF220227B84}"/>
    <dgm:cxn modelId="{70F765AD-02C4-49F8-B77C-1040DD129E3F}" type="presOf" srcId="{61C551A4-E030-47EB-9A1E-59512C342190}" destId="{A52F90CC-CC91-4381-913C-09B1B660C536}" srcOrd="1" destOrd="0" presId="urn:microsoft.com/office/officeart/2016/7/layout/RepeatingBendingProcessNew"/>
    <dgm:cxn modelId="{3572F1B5-61BE-4D05-94B6-5CEA00D8C081}" type="presOf" srcId="{852C63F8-1203-437A-BEFC-199BF392FBEC}" destId="{741E9D13-2E2F-400E-8D1E-E29835879B0D}" srcOrd="0" destOrd="0" presId="urn:microsoft.com/office/officeart/2016/7/layout/RepeatingBendingProcessNew"/>
    <dgm:cxn modelId="{437E71BF-DFF8-485D-9BC5-55F312A43EE0}" type="presOf" srcId="{A1E9463C-103D-4157-AF74-0CF220227B84}" destId="{3C248E96-22C4-467F-A281-51443BCCCA83}" srcOrd="0" destOrd="0" presId="urn:microsoft.com/office/officeart/2016/7/layout/RepeatingBendingProcessNew"/>
    <dgm:cxn modelId="{B2C4F2D7-1382-4000-9B90-8B31514BCD42}" type="presOf" srcId="{C1A6726A-22A2-4A28-B531-E5D82A85A6F3}" destId="{CE1AB9A2-69CF-490D-9386-1EC3ABCDF50B}" srcOrd="0" destOrd="0" presId="urn:microsoft.com/office/officeart/2016/7/layout/RepeatingBendingProcessNew"/>
    <dgm:cxn modelId="{763EFFC1-F43F-4A8A-AD1F-A9604115457D}" srcId="{1D176D3C-C517-4DB8-AC4B-A55A26403770}" destId="{852C63F8-1203-437A-BEFC-199BF392FBEC}" srcOrd="3" destOrd="0" parTransId="{7F933EDF-E277-4FA9-A2EF-3E39E9DE995F}" sibTransId="{C958C70F-CF30-45BE-9860-C245E529DC38}"/>
    <dgm:cxn modelId="{B34B81D1-4B5A-419B-88ED-15B0F635316E}" type="presOf" srcId="{2773E6A1-B48E-49DA-88B8-99CCA334D006}" destId="{76414BD3-EA2F-4387-8E78-C174B30E5456}" srcOrd="0" destOrd="1" presId="urn:microsoft.com/office/officeart/2016/7/layout/RepeatingBendingProcessNew"/>
    <dgm:cxn modelId="{CE7B0ED3-0BC1-410A-937A-B079E387F940}" srcId="{1D176D3C-C517-4DB8-AC4B-A55A26403770}" destId="{0E52DF92-5675-4FA8-854D-7F3B55DE2A14}" srcOrd="1" destOrd="0" parTransId="{269BFB9C-3936-4EB2-88A9-8D608796E082}" sibTransId="{A267F3FE-774F-4499-93E7-CB7413A185EF}"/>
    <dgm:cxn modelId="{9F062EF9-4293-44DA-8261-37F55F19CC72}" type="presOf" srcId="{44C7EFB3-FE86-4B81-8CFF-A3E6F984256A}" destId="{A6821E77-8ACE-43F7-BA78-35C2D996F82E}" srcOrd="0" destOrd="0" presId="urn:microsoft.com/office/officeart/2016/7/layout/RepeatingBendingProcessNew"/>
    <dgm:cxn modelId="{2E48DCF9-ECCC-4B31-82CB-8793839FB8DC}" type="presOf" srcId="{EC12F110-918E-44EB-AB94-B0AFAE089DB7}" destId="{74E9C61E-AF9C-4101-9C28-9FB3C5EC25D1}" srcOrd="0" destOrd="1" presId="urn:microsoft.com/office/officeart/2016/7/layout/RepeatingBendingProcessNew"/>
    <dgm:cxn modelId="{FF23D7DA-76E9-4A73-9424-7B0BBCA76B56}" srcId="{F8026851-52BE-473A-9CD4-A54967586959}" destId="{2773E6A1-B48E-49DA-88B8-99CCA334D006}" srcOrd="0" destOrd="0" parTransId="{4FAECA99-66D0-48DC-9D2F-EEB62B0FD248}" sibTransId="{F9CE403F-04FC-4501-9DF0-4CA175CC236B}"/>
    <dgm:cxn modelId="{D208BADC-5263-46E2-A26C-528DDD701944}" srcId="{1D176D3C-C517-4DB8-AC4B-A55A26403770}" destId="{4A88158B-C026-41F8-BED3-670A9C15188F}" srcOrd="2" destOrd="0" parTransId="{8DEC0F2E-84CD-4BB5-954C-85E2BA2CF302}" sibTransId="{44C7EFB3-FE86-4B81-8CFF-A3E6F984256A}"/>
    <dgm:cxn modelId="{111015FE-F31F-4B0C-80E0-17E0AC9DFDDA}" type="presOf" srcId="{B49407DA-7AAA-4021-BB97-B0A4B0FF42FE}" destId="{F7355857-E557-49DF-AE08-BFD3FBCB739E}" srcOrd="1" destOrd="0" presId="urn:microsoft.com/office/officeart/2016/7/layout/RepeatingBendingProcessNew"/>
    <dgm:cxn modelId="{A192FAFF-8D6F-4306-88B5-937055393136}" type="presOf" srcId="{4A88158B-C026-41F8-BED3-670A9C15188F}" destId="{F4BC84F0-6FEC-421C-87A1-E10A8C12F8C1}" srcOrd="0" destOrd="0" presId="urn:microsoft.com/office/officeart/2016/7/layout/RepeatingBendingProcessNew"/>
    <dgm:cxn modelId="{8ACC302E-8344-4F7D-A375-D6540ACE591A}" type="presParOf" srcId="{937B5D24-0B78-4EE6-A102-D1B59BBE9561}" destId="{CE1AB9A2-69CF-490D-9386-1EC3ABCDF50B}" srcOrd="0" destOrd="0" presId="urn:microsoft.com/office/officeart/2016/7/layout/RepeatingBendingProcessNew"/>
    <dgm:cxn modelId="{CFA9870E-4DEE-4E7F-A697-7C2FD2B2DE9A}" type="presParOf" srcId="{937B5D24-0B78-4EE6-A102-D1B59BBE9561}" destId="{5203D56B-34FB-451D-9C11-07D98B0D7651}" srcOrd="1" destOrd="0" presId="urn:microsoft.com/office/officeart/2016/7/layout/RepeatingBendingProcessNew"/>
    <dgm:cxn modelId="{97710C64-0B4A-47B4-AC64-0FDF0BF96267}" type="presParOf" srcId="{5203D56B-34FB-451D-9C11-07D98B0D7651}" destId="{F7355857-E557-49DF-AE08-BFD3FBCB739E}" srcOrd="0" destOrd="0" presId="urn:microsoft.com/office/officeart/2016/7/layout/RepeatingBendingProcessNew"/>
    <dgm:cxn modelId="{870A2CA7-2E16-47EA-9F70-5A78D762E6A0}" type="presParOf" srcId="{937B5D24-0B78-4EE6-A102-D1B59BBE9561}" destId="{0E963FF8-6D7D-46EE-8A27-5885B47D271B}" srcOrd="2" destOrd="0" presId="urn:microsoft.com/office/officeart/2016/7/layout/RepeatingBendingProcessNew"/>
    <dgm:cxn modelId="{11C1421E-975C-4D52-B550-8A547010F379}" type="presParOf" srcId="{937B5D24-0B78-4EE6-A102-D1B59BBE9561}" destId="{38008DD2-EB51-43AA-935F-AFB5B68E59CD}" srcOrd="3" destOrd="0" presId="urn:microsoft.com/office/officeart/2016/7/layout/RepeatingBendingProcessNew"/>
    <dgm:cxn modelId="{2766AD2E-36F1-4666-A9A8-485FEF4704E3}" type="presParOf" srcId="{38008DD2-EB51-43AA-935F-AFB5B68E59CD}" destId="{88CC2DBD-A565-4809-A08C-08FF4EB7D598}" srcOrd="0" destOrd="0" presId="urn:microsoft.com/office/officeart/2016/7/layout/RepeatingBendingProcessNew"/>
    <dgm:cxn modelId="{42A24C1C-CC3B-411F-896F-C1D7FAECF1DF}" type="presParOf" srcId="{937B5D24-0B78-4EE6-A102-D1B59BBE9561}" destId="{F4BC84F0-6FEC-421C-87A1-E10A8C12F8C1}" srcOrd="4" destOrd="0" presId="urn:microsoft.com/office/officeart/2016/7/layout/RepeatingBendingProcessNew"/>
    <dgm:cxn modelId="{5089B22A-68D0-4CE0-8830-864E26F266D8}" type="presParOf" srcId="{937B5D24-0B78-4EE6-A102-D1B59BBE9561}" destId="{A6821E77-8ACE-43F7-BA78-35C2D996F82E}" srcOrd="5" destOrd="0" presId="urn:microsoft.com/office/officeart/2016/7/layout/RepeatingBendingProcessNew"/>
    <dgm:cxn modelId="{69905F27-CD6B-4893-A0F6-972FC7A9EE44}" type="presParOf" srcId="{A6821E77-8ACE-43F7-BA78-35C2D996F82E}" destId="{D88169CD-D6E5-4F6B-BA81-D95287B4C394}" srcOrd="0" destOrd="0" presId="urn:microsoft.com/office/officeart/2016/7/layout/RepeatingBendingProcessNew"/>
    <dgm:cxn modelId="{0C83302D-F65E-44DC-9087-AC053E161892}" type="presParOf" srcId="{937B5D24-0B78-4EE6-A102-D1B59BBE9561}" destId="{741E9D13-2E2F-400E-8D1E-E29835879B0D}" srcOrd="6" destOrd="0" presId="urn:microsoft.com/office/officeart/2016/7/layout/RepeatingBendingProcessNew"/>
    <dgm:cxn modelId="{E3BAFC0D-0D27-4F32-A661-F40139FF17FD}" type="presParOf" srcId="{937B5D24-0B78-4EE6-A102-D1B59BBE9561}" destId="{4238D21D-BAA6-4B70-8536-BB65C4E507EB}" srcOrd="7" destOrd="0" presId="urn:microsoft.com/office/officeart/2016/7/layout/RepeatingBendingProcessNew"/>
    <dgm:cxn modelId="{665C37C2-8333-499A-B7E4-30566FE189E5}" type="presParOf" srcId="{4238D21D-BAA6-4B70-8536-BB65C4E507EB}" destId="{0C3A7090-6121-4BCD-B377-75D3D3C83212}" srcOrd="0" destOrd="0" presId="urn:microsoft.com/office/officeart/2016/7/layout/RepeatingBendingProcessNew"/>
    <dgm:cxn modelId="{3E60B7CD-E427-4CC5-9D7E-24E9B09795CA}" type="presParOf" srcId="{937B5D24-0B78-4EE6-A102-D1B59BBE9561}" destId="{74E9C61E-AF9C-4101-9C28-9FB3C5EC25D1}" srcOrd="8" destOrd="0" presId="urn:microsoft.com/office/officeart/2016/7/layout/RepeatingBendingProcessNew"/>
    <dgm:cxn modelId="{3EB61A8A-3270-4AAB-B623-0DA9D80F2E8F}" type="presParOf" srcId="{937B5D24-0B78-4EE6-A102-D1B59BBE9561}" destId="{8B4CAA58-6FCB-4FBB-BD94-ED9F7D6DA039}" srcOrd="9" destOrd="0" presId="urn:microsoft.com/office/officeart/2016/7/layout/RepeatingBendingProcessNew"/>
    <dgm:cxn modelId="{C611AEF1-B64A-4303-BE56-35E5A657814F}" type="presParOf" srcId="{8B4CAA58-6FCB-4FBB-BD94-ED9F7D6DA039}" destId="{A52F90CC-CC91-4381-913C-09B1B660C536}" srcOrd="0" destOrd="0" presId="urn:microsoft.com/office/officeart/2016/7/layout/RepeatingBendingProcessNew"/>
    <dgm:cxn modelId="{DAB118F5-97E9-4C78-A4D5-E1EF90AFFF53}" type="presParOf" srcId="{937B5D24-0B78-4EE6-A102-D1B59BBE9561}" destId="{76414BD3-EA2F-4387-8E78-C174B30E5456}" srcOrd="10" destOrd="0" presId="urn:microsoft.com/office/officeart/2016/7/layout/RepeatingBendingProcessNew"/>
    <dgm:cxn modelId="{3F119900-4A3F-48B4-BBCB-90D0D8E14410}" type="presParOf" srcId="{937B5D24-0B78-4EE6-A102-D1B59BBE9561}" destId="{3C248E96-22C4-467F-A281-51443BCCCA83}" srcOrd="11" destOrd="0" presId="urn:microsoft.com/office/officeart/2016/7/layout/RepeatingBendingProcessNew"/>
    <dgm:cxn modelId="{F04A7DC6-A07B-4AC2-A587-F3E10C60CA7E}" type="presParOf" srcId="{3C248E96-22C4-467F-A281-51443BCCCA83}" destId="{F6652A52-F2F9-4176-A0D9-231B8530A392}" srcOrd="0" destOrd="0" presId="urn:microsoft.com/office/officeart/2016/7/layout/RepeatingBendingProcessNew"/>
    <dgm:cxn modelId="{02E42307-9A12-4DAB-BA14-E3B990EC2AAB}" type="presParOf" srcId="{937B5D24-0B78-4EE6-A102-D1B59BBE9561}" destId="{04613980-8FF5-4594-9EAD-C606CCAB59DA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96F29A-3EE3-4D1B-8E60-1DB5B8D85A8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7F2F40B8-7A77-432F-821B-E89F9501B203}">
      <dgm:prSet/>
      <dgm:spPr/>
      <dgm:t>
        <a:bodyPr/>
        <a:lstStyle/>
        <a:p>
          <a:pPr>
            <a:defRPr b="1"/>
          </a:pPr>
          <a:r>
            <a:rPr lang="en-US"/>
            <a:t>The paper found:</a:t>
          </a:r>
        </a:p>
      </dgm:t>
    </dgm:pt>
    <dgm:pt modelId="{B97BF70F-48B7-47BC-AC55-B6763D793561}" type="parTrans" cxnId="{A11FD606-8789-4920-9991-441318B1F346}">
      <dgm:prSet/>
      <dgm:spPr/>
      <dgm:t>
        <a:bodyPr/>
        <a:lstStyle/>
        <a:p>
          <a:endParaRPr lang="en-US"/>
        </a:p>
      </dgm:t>
    </dgm:pt>
    <dgm:pt modelId="{791C4C2C-A022-493F-9330-BC0774E1D3DD}" type="sibTrans" cxnId="{A11FD606-8789-4920-9991-441318B1F346}">
      <dgm:prSet/>
      <dgm:spPr/>
      <dgm:t>
        <a:bodyPr/>
        <a:lstStyle/>
        <a:p>
          <a:endParaRPr lang="en-US"/>
        </a:p>
      </dgm:t>
    </dgm:pt>
    <dgm:pt modelId="{AB052EBF-51EF-4B7B-82CD-1E1216463935}">
      <dgm:prSet/>
      <dgm:spPr/>
      <dgm:t>
        <a:bodyPr/>
        <a:lstStyle/>
        <a:p>
          <a:r>
            <a:rPr lang="en-US"/>
            <a:t>Treatment recommendations </a:t>
          </a:r>
          <a:r>
            <a:rPr lang="en-US" b="1"/>
            <a:t>shifted in ~7–9% of cases</a:t>
          </a:r>
          <a:endParaRPr lang="en-US"/>
        </a:p>
      </dgm:t>
    </dgm:pt>
    <dgm:pt modelId="{2E2B509B-5C89-4C67-8B01-DBDCD611646D}" type="parTrans" cxnId="{36DE6E61-5842-4FC0-B833-3EBF0BA776BE}">
      <dgm:prSet/>
      <dgm:spPr/>
      <dgm:t>
        <a:bodyPr/>
        <a:lstStyle/>
        <a:p>
          <a:endParaRPr lang="en-US"/>
        </a:p>
      </dgm:t>
    </dgm:pt>
    <dgm:pt modelId="{A15CEB19-639C-4699-BE2B-7EAADD3C0B4C}" type="sibTrans" cxnId="{36DE6E61-5842-4FC0-B833-3EBF0BA776BE}">
      <dgm:prSet/>
      <dgm:spPr/>
      <dgm:t>
        <a:bodyPr/>
        <a:lstStyle/>
        <a:p>
          <a:endParaRPr lang="en-US"/>
        </a:p>
      </dgm:t>
    </dgm:pt>
    <dgm:pt modelId="{2DD2308C-7B23-4E5E-84F8-A44FF3EAE7F0}">
      <dgm:prSet/>
      <dgm:spPr/>
      <dgm:t>
        <a:bodyPr/>
        <a:lstStyle/>
        <a:p>
          <a:r>
            <a:rPr lang="en-US"/>
            <a:t>Some perturbations caused </a:t>
          </a:r>
          <a:r>
            <a:rPr lang="en-US" b="1"/>
            <a:t>reduced care recommendations</a:t>
          </a:r>
          <a:endParaRPr lang="en-US"/>
        </a:p>
      </dgm:t>
    </dgm:pt>
    <dgm:pt modelId="{BE6C4FBD-A2F3-413B-B6A1-133F279559CB}" type="parTrans" cxnId="{747DB4C9-3783-481F-9241-77FDDCD770C0}">
      <dgm:prSet/>
      <dgm:spPr/>
      <dgm:t>
        <a:bodyPr/>
        <a:lstStyle/>
        <a:p>
          <a:endParaRPr lang="en-US"/>
        </a:p>
      </dgm:t>
    </dgm:pt>
    <dgm:pt modelId="{F21BAED9-EBA7-4687-9231-F83E213DF33C}" type="sibTrans" cxnId="{747DB4C9-3783-481F-9241-77FDDCD770C0}">
      <dgm:prSet/>
      <dgm:spPr/>
      <dgm:t>
        <a:bodyPr/>
        <a:lstStyle/>
        <a:p>
          <a:endParaRPr lang="en-US"/>
        </a:p>
      </dgm:t>
    </dgm:pt>
    <dgm:pt modelId="{937ED9E9-F99B-43B3-ACB4-EC4100CFC853}">
      <dgm:prSet/>
      <dgm:spPr/>
      <dgm:t>
        <a:bodyPr/>
        <a:lstStyle/>
        <a:p>
          <a:r>
            <a:rPr lang="en-US"/>
            <a:t>Errors occurred even when </a:t>
          </a:r>
          <a:r>
            <a:rPr lang="en-US" b="1"/>
            <a:t>clinical content was identical</a:t>
          </a:r>
          <a:endParaRPr lang="en-US"/>
        </a:p>
      </dgm:t>
    </dgm:pt>
    <dgm:pt modelId="{8C310EE6-0808-4CD1-A458-A6B21349C7D1}" type="parTrans" cxnId="{7105CA7E-E29E-4164-B4FA-6D0EBA86E794}">
      <dgm:prSet/>
      <dgm:spPr/>
      <dgm:t>
        <a:bodyPr/>
        <a:lstStyle/>
        <a:p>
          <a:endParaRPr lang="en-US"/>
        </a:p>
      </dgm:t>
    </dgm:pt>
    <dgm:pt modelId="{49A9125E-AAD6-4D1C-831F-0481BD18EF95}" type="sibTrans" cxnId="{7105CA7E-E29E-4164-B4FA-6D0EBA86E794}">
      <dgm:prSet/>
      <dgm:spPr/>
      <dgm:t>
        <a:bodyPr/>
        <a:lstStyle/>
        <a:p>
          <a:endParaRPr lang="en-US"/>
        </a:p>
      </dgm:t>
    </dgm:pt>
    <dgm:pt modelId="{6E489D05-5E96-4E82-98B7-663725669803}">
      <dgm:prSet/>
      <dgm:spPr/>
      <dgm:t>
        <a:bodyPr/>
        <a:lstStyle/>
        <a:p>
          <a:pPr>
            <a:defRPr b="1"/>
          </a:pPr>
          <a:r>
            <a:rPr lang="en-US"/>
            <a:t>Conclusion:</a:t>
          </a:r>
        </a:p>
      </dgm:t>
    </dgm:pt>
    <dgm:pt modelId="{42F3F76F-BEDB-46F6-93BF-8FB73A1EFBD3}" type="parTrans" cxnId="{078CEE48-24B0-48C4-BAFF-BEF9CBE7F53B}">
      <dgm:prSet/>
      <dgm:spPr/>
      <dgm:t>
        <a:bodyPr/>
        <a:lstStyle/>
        <a:p>
          <a:endParaRPr lang="en-US"/>
        </a:p>
      </dgm:t>
    </dgm:pt>
    <dgm:pt modelId="{9A60D161-A6C1-4A85-8BED-412AD57B11BC}" type="sibTrans" cxnId="{078CEE48-24B0-48C4-BAFF-BEF9CBE7F53B}">
      <dgm:prSet/>
      <dgm:spPr/>
      <dgm:t>
        <a:bodyPr/>
        <a:lstStyle/>
        <a:p>
          <a:endParaRPr lang="en-US"/>
        </a:p>
      </dgm:t>
    </dgm:pt>
    <dgm:pt modelId="{3A41C627-2946-489F-B182-848890DF10D8}">
      <dgm:prSet/>
      <dgm:spPr/>
      <dgm:t>
        <a:bodyPr/>
        <a:lstStyle/>
        <a:p>
          <a:r>
            <a:rPr lang="en-US"/>
            <a:t>LLMs are </a:t>
          </a:r>
          <a:r>
            <a:rPr lang="en-US" b="1"/>
            <a:t>sensitive to non-clinical signals</a:t>
          </a:r>
          <a:r>
            <a:rPr lang="en-US"/>
            <a:t>.</a:t>
          </a:r>
        </a:p>
      </dgm:t>
    </dgm:pt>
    <dgm:pt modelId="{62EF9091-70F2-4DE2-8ADF-BADB03528810}" type="parTrans" cxnId="{27D1C819-AB09-44C1-85E9-D9F6AD514A1D}">
      <dgm:prSet/>
      <dgm:spPr/>
      <dgm:t>
        <a:bodyPr/>
        <a:lstStyle/>
        <a:p>
          <a:endParaRPr lang="en-US"/>
        </a:p>
      </dgm:t>
    </dgm:pt>
    <dgm:pt modelId="{549AB123-2E3F-4E08-9EE9-A6D4D1456653}" type="sibTrans" cxnId="{27D1C819-AB09-44C1-85E9-D9F6AD514A1D}">
      <dgm:prSet/>
      <dgm:spPr/>
      <dgm:t>
        <a:bodyPr/>
        <a:lstStyle/>
        <a:p>
          <a:endParaRPr lang="en-US"/>
        </a:p>
      </dgm:t>
    </dgm:pt>
    <dgm:pt modelId="{AA74AF3D-56C7-43BE-AF5B-2C4D8BFE27B8}">
      <dgm:prSet/>
      <dgm:spPr/>
      <dgm:t>
        <a:bodyPr/>
        <a:lstStyle/>
        <a:p>
          <a:r>
            <a:rPr lang="en-US"/>
            <a:t>This raises fairness concerns in </a:t>
          </a:r>
          <a:r>
            <a:rPr lang="en-US" b="1"/>
            <a:t>clinical AI systems</a:t>
          </a:r>
          <a:r>
            <a:rPr lang="en-US"/>
            <a:t>.</a:t>
          </a:r>
        </a:p>
      </dgm:t>
    </dgm:pt>
    <dgm:pt modelId="{57908E1B-1DFF-4ED1-BD62-9DE64B7557B4}" type="parTrans" cxnId="{06ADE0B1-7D52-4C9B-A232-0B788D1B3C92}">
      <dgm:prSet/>
      <dgm:spPr/>
      <dgm:t>
        <a:bodyPr/>
        <a:lstStyle/>
        <a:p>
          <a:endParaRPr lang="en-US"/>
        </a:p>
      </dgm:t>
    </dgm:pt>
    <dgm:pt modelId="{9C5D1836-2C86-4242-A4FC-E914EBE6F2DD}" type="sibTrans" cxnId="{06ADE0B1-7D52-4C9B-A232-0B788D1B3C92}">
      <dgm:prSet/>
      <dgm:spPr/>
      <dgm:t>
        <a:bodyPr/>
        <a:lstStyle/>
        <a:p>
          <a:endParaRPr lang="en-US"/>
        </a:p>
      </dgm:t>
    </dgm:pt>
    <dgm:pt modelId="{DD76CE0F-2D75-4CC5-B447-4C12F6E7D63C}" type="pres">
      <dgm:prSet presAssocID="{1D96F29A-3EE3-4D1B-8E60-1DB5B8D85A8A}" presName="root" presStyleCnt="0">
        <dgm:presLayoutVars>
          <dgm:dir/>
          <dgm:resizeHandles val="exact"/>
        </dgm:presLayoutVars>
      </dgm:prSet>
      <dgm:spPr/>
    </dgm:pt>
    <dgm:pt modelId="{EA83994D-5631-444F-888C-C7AF0C5DD2EC}" type="pres">
      <dgm:prSet presAssocID="{7F2F40B8-7A77-432F-821B-E89F9501B203}" presName="compNode" presStyleCnt="0"/>
      <dgm:spPr/>
    </dgm:pt>
    <dgm:pt modelId="{F8DDC4D0-F5F7-4C91-9BD2-2B6BF142658B}" type="pres">
      <dgm:prSet presAssocID="{7F2F40B8-7A77-432F-821B-E89F9501B2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657C65BE-EF50-4B0E-B766-69D9C699F6F1}" type="pres">
      <dgm:prSet presAssocID="{7F2F40B8-7A77-432F-821B-E89F9501B203}" presName="iconSpace" presStyleCnt="0"/>
      <dgm:spPr/>
    </dgm:pt>
    <dgm:pt modelId="{9800C31B-3805-4D39-A646-0BCFDDA38F10}" type="pres">
      <dgm:prSet presAssocID="{7F2F40B8-7A77-432F-821B-E89F9501B203}" presName="parTx" presStyleLbl="revTx" presStyleIdx="0" presStyleCnt="4">
        <dgm:presLayoutVars>
          <dgm:chMax val="0"/>
          <dgm:chPref val="0"/>
        </dgm:presLayoutVars>
      </dgm:prSet>
      <dgm:spPr/>
    </dgm:pt>
    <dgm:pt modelId="{760FE4F8-4986-42F4-BEF1-C5C6865D2BB0}" type="pres">
      <dgm:prSet presAssocID="{7F2F40B8-7A77-432F-821B-E89F9501B203}" presName="txSpace" presStyleCnt="0"/>
      <dgm:spPr/>
    </dgm:pt>
    <dgm:pt modelId="{2002421D-DC0A-469C-9FFC-A3CE6913CCD8}" type="pres">
      <dgm:prSet presAssocID="{7F2F40B8-7A77-432F-821B-E89F9501B203}" presName="desTx" presStyleLbl="revTx" presStyleIdx="1" presStyleCnt="4">
        <dgm:presLayoutVars/>
      </dgm:prSet>
      <dgm:spPr/>
    </dgm:pt>
    <dgm:pt modelId="{D4FA3636-594C-4DEC-BA40-72A342CEA14A}" type="pres">
      <dgm:prSet presAssocID="{791C4C2C-A022-493F-9330-BC0774E1D3DD}" presName="sibTrans" presStyleCnt="0"/>
      <dgm:spPr/>
    </dgm:pt>
    <dgm:pt modelId="{D8543BA0-63FB-456C-9CE7-337EF3832A28}" type="pres">
      <dgm:prSet presAssocID="{6E489D05-5E96-4E82-98B7-663725669803}" presName="compNode" presStyleCnt="0"/>
      <dgm:spPr/>
    </dgm:pt>
    <dgm:pt modelId="{2471B2D1-9AE2-438B-8A35-9F2A02AA9E0C}" type="pres">
      <dgm:prSet presAssocID="{6E489D05-5E96-4E82-98B7-66372566980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9E2FA212-109A-456A-83F0-6435AC886E91}" type="pres">
      <dgm:prSet presAssocID="{6E489D05-5E96-4E82-98B7-663725669803}" presName="iconSpace" presStyleCnt="0"/>
      <dgm:spPr/>
    </dgm:pt>
    <dgm:pt modelId="{9CF744EB-8401-4E32-A5E3-2183068FDBEF}" type="pres">
      <dgm:prSet presAssocID="{6E489D05-5E96-4E82-98B7-663725669803}" presName="parTx" presStyleLbl="revTx" presStyleIdx="2" presStyleCnt="4">
        <dgm:presLayoutVars>
          <dgm:chMax val="0"/>
          <dgm:chPref val="0"/>
        </dgm:presLayoutVars>
      </dgm:prSet>
      <dgm:spPr/>
    </dgm:pt>
    <dgm:pt modelId="{A9D61370-5B18-4C7B-AEE7-4D03632412C2}" type="pres">
      <dgm:prSet presAssocID="{6E489D05-5E96-4E82-98B7-663725669803}" presName="txSpace" presStyleCnt="0"/>
      <dgm:spPr/>
    </dgm:pt>
    <dgm:pt modelId="{8049522F-4A05-40B6-BE4D-860204E939FA}" type="pres">
      <dgm:prSet presAssocID="{6E489D05-5E96-4E82-98B7-663725669803}" presName="desTx" presStyleLbl="revTx" presStyleIdx="3" presStyleCnt="4">
        <dgm:presLayoutVars/>
      </dgm:prSet>
      <dgm:spPr/>
    </dgm:pt>
  </dgm:ptLst>
  <dgm:cxnLst>
    <dgm:cxn modelId="{A11FD606-8789-4920-9991-441318B1F346}" srcId="{1D96F29A-3EE3-4D1B-8E60-1DB5B8D85A8A}" destId="{7F2F40B8-7A77-432F-821B-E89F9501B203}" srcOrd="0" destOrd="0" parTransId="{B97BF70F-48B7-47BC-AC55-B6763D793561}" sibTransId="{791C4C2C-A022-493F-9330-BC0774E1D3DD}"/>
    <dgm:cxn modelId="{BDC11E0F-003F-484E-89AF-4CF3D0299EB4}" type="presOf" srcId="{3A41C627-2946-489F-B182-848890DF10D8}" destId="{8049522F-4A05-40B6-BE4D-860204E939FA}" srcOrd="0" destOrd="0" presId="urn:microsoft.com/office/officeart/2018/5/layout/CenteredIconLabelDescriptionList"/>
    <dgm:cxn modelId="{27D1C819-AB09-44C1-85E9-D9F6AD514A1D}" srcId="{6E489D05-5E96-4E82-98B7-663725669803}" destId="{3A41C627-2946-489F-B182-848890DF10D8}" srcOrd="0" destOrd="0" parTransId="{62EF9091-70F2-4DE2-8ADF-BADB03528810}" sibTransId="{549AB123-2E3F-4E08-9EE9-A6D4D1456653}"/>
    <dgm:cxn modelId="{38C0E029-2CA5-4A20-9706-DC7BBCDB6A1C}" type="presOf" srcId="{1D96F29A-3EE3-4D1B-8E60-1DB5B8D85A8A}" destId="{DD76CE0F-2D75-4CC5-B447-4C12F6E7D63C}" srcOrd="0" destOrd="0" presId="urn:microsoft.com/office/officeart/2018/5/layout/CenteredIconLabelDescriptionList"/>
    <dgm:cxn modelId="{36DE6E61-5842-4FC0-B833-3EBF0BA776BE}" srcId="{7F2F40B8-7A77-432F-821B-E89F9501B203}" destId="{AB052EBF-51EF-4B7B-82CD-1E1216463935}" srcOrd="0" destOrd="0" parTransId="{2E2B509B-5C89-4C67-8B01-DBDCD611646D}" sibTransId="{A15CEB19-639C-4699-BE2B-7EAADD3C0B4C}"/>
    <dgm:cxn modelId="{DDE7B942-9329-4823-84BB-7D2784ACEAF7}" type="presOf" srcId="{2DD2308C-7B23-4E5E-84F8-A44FF3EAE7F0}" destId="{2002421D-DC0A-469C-9FFC-A3CE6913CCD8}" srcOrd="0" destOrd="1" presId="urn:microsoft.com/office/officeart/2018/5/layout/CenteredIconLabelDescriptionList"/>
    <dgm:cxn modelId="{078CEE48-24B0-48C4-BAFF-BEF9CBE7F53B}" srcId="{1D96F29A-3EE3-4D1B-8E60-1DB5B8D85A8A}" destId="{6E489D05-5E96-4E82-98B7-663725669803}" srcOrd="1" destOrd="0" parTransId="{42F3F76F-BEDB-46F6-93BF-8FB73A1EFBD3}" sibTransId="{9A60D161-A6C1-4A85-8BED-412AD57B11BC}"/>
    <dgm:cxn modelId="{C880E151-1CD9-411E-8DF5-940D58A3863C}" type="presOf" srcId="{AA74AF3D-56C7-43BE-AF5B-2C4D8BFE27B8}" destId="{8049522F-4A05-40B6-BE4D-860204E939FA}" srcOrd="0" destOrd="1" presId="urn:microsoft.com/office/officeart/2018/5/layout/CenteredIconLabelDescriptionList"/>
    <dgm:cxn modelId="{695D3E59-A573-41D8-A7CD-812C3C50B0DF}" type="presOf" srcId="{7F2F40B8-7A77-432F-821B-E89F9501B203}" destId="{9800C31B-3805-4D39-A646-0BCFDDA38F10}" srcOrd="0" destOrd="0" presId="urn:microsoft.com/office/officeart/2018/5/layout/CenteredIconLabelDescriptionList"/>
    <dgm:cxn modelId="{7105CA7E-E29E-4164-B4FA-6D0EBA86E794}" srcId="{7F2F40B8-7A77-432F-821B-E89F9501B203}" destId="{937ED9E9-F99B-43B3-ACB4-EC4100CFC853}" srcOrd="2" destOrd="0" parTransId="{8C310EE6-0808-4CD1-A458-A6B21349C7D1}" sibTransId="{49A9125E-AAD6-4D1C-831F-0481BD18EF95}"/>
    <dgm:cxn modelId="{06ADE0B1-7D52-4C9B-A232-0B788D1B3C92}" srcId="{6E489D05-5E96-4E82-98B7-663725669803}" destId="{AA74AF3D-56C7-43BE-AF5B-2C4D8BFE27B8}" srcOrd="1" destOrd="0" parTransId="{57908E1B-1DFF-4ED1-BD62-9DE64B7557B4}" sibTransId="{9C5D1836-2C86-4242-A4FC-E914EBE6F2DD}"/>
    <dgm:cxn modelId="{747DB4C9-3783-481F-9241-77FDDCD770C0}" srcId="{7F2F40B8-7A77-432F-821B-E89F9501B203}" destId="{2DD2308C-7B23-4E5E-84F8-A44FF3EAE7F0}" srcOrd="1" destOrd="0" parTransId="{BE6C4FBD-A2F3-413B-B6A1-133F279559CB}" sibTransId="{F21BAED9-EBA7-4687-9231-F83E213DF33C}"/>
    <dgm:cxn modelId="{975ACDEF-A436-46BA-9CCF-ABAE5E5E2A13}" type="presOf" srcId="{937ED9E9-F99B-43B3-ACB4-EC4100CFC853}" destId="{2002421D-DC0A-469C-9FFC-A3CE6913CCD8}" srcOrd="0" destOrd="2" presId="urn:microsoft.com/office/officeart/2018/5/layout/CenteredIconLabelDescriptionList"/>
    <dgm:cxn modelId="{84C3D6D3-13C3-4CF1-B1F4-A40B0C64FE78}" type="presOf" srcId="{AB052EBF-51EF-4B7B-82CD-1E1216463935}" destId="{2002421D-DC0A-469C-9FFC-A3CE6913CCD8}" srcOrd="0" destOrd="0" presId="urn:microsoft.com/office/officeart/2018/5/layout/CenteredIconLabelDescriptionList"/>
    <dgm:cxn modelId="{50F8C0FE-4C19-4DAF-A881-1318E4E0A98D}" type="presOf" srcId="{6E489D05-5E96-4E82-98B7-663725669803}" destId="{9CF744EB-8401-4E32-A5E3-2183068FDBEF}" srcOrd="0" destOrd="0" presId="urn:microsoft.com/office/officeart/2018/5/layout/CenteredIconLabelDescriptionList"/>
    <dgm:cxn modelId="{EAD8229F-4E52-4207-B1EF-BB427F09E5B6}" type="presParOf" srcId="{DD76CE0F-2D75-4CC5-B447-4C12F6E7D63C}" destId="{EA83994D-5631-444F-888C-C7AF0C5DD2EC}" srcOrd="0" destOrd="0" presId="urn:microsoft.com/office/officeart/2018/5/layout/CenteredIconLabelDescriptionList"/>
    <dgm:cxn modelId="{EE0A807D-CB69-405E-A43D-E5EC04EFBF8C}" type="presParOf" srcId="{EA83994D-5631-444F-888C-C7AF0C5DD2EC}" destId="{F8DDC4D0-F5F7-4C91-9BD2-2B6BF142658B}" srcOrd="0" destOrd="0" presId="urn:microsoft.com/office/officeart/2018/5/layout/CenteredIconLabelDescriptionList"/>
    <dgm:cxn modelId="{B046694A-0CBD-415E-8670-88FD1453DCFA}" type="presParOf" srcId="{EA83994D-5631-444F-888C-C7AF0C5DD2EC}" destId="{657C65BE-EF50-4B0E-B766-69D9C699F6F1}" srcOrd="1" destOrd="0" presId="urn:microsoft.com/office/officeart/2018/5/layout/CenteredIconLabelDescriptionList"/>
    <dgm:cxn modelId="{9C8874A0-B252-4F1C-AE8A-CAC224FB3643}" type="presParOf" srcId="{EA83994D-5631-444F-888C-C7AF0C5DD2EC}" destId="{9800C31B-3805-4D39-A646-0BCFDDA38F10}" srcOrd="2" destOrd="0" presId="urn:microsoft.com/office/officeart/2018/5/layout/CenteredIconLabelDescriptionList"/>
    <dgm:cxn modelId="{91FCD46C-9D32-4B9C-91E4-4BF0B3465423}" type="presParOf" srcId="{EA83994D-5631-444F-888C-C7AF0C5DD2EC}" destId="{760FE4F8-4986-42F4-BEF1-C5C6865D2BB0}" srcOrd="3" destOrd="0" presId="urn:microsoft.com/office/officeart/2018/5/layout/CenteredIconLabelDescriptionList"/>
    <dgm:cxn modelId="{AC0C1B96-B05D-4288-87C0-7E3AC8704902}" type="presParOf" srcId="{EA83994D-5631-444F-888C-C7AF0C5DD2EC}" destId="{2002421D-DC0A-469C-9FFC-A3CE6913CCD8}" srcOrd="4" destOrd="0" presId="urn:microsoft.com/office/officeart/2018/5/layout/CenteredIconLabelDescriptionList"/>
    <dgm:cxn modelId="{A1D8E791-57C5-431D-89C3-FE8206FB786F}" type="presParOf" srcId="{DD76CE0F-2D75-4CC5-B447-4C12F6E7D63C}" destId="{D4FA3636-594C-4DEC-BA40-72A342CEA14A}" srcOrd="1" destOrd="0" presId="urn:microsoft.com/office/officeart/2018/5/layout/CenteredIconLabelDescriptionList"/>
    <dgm:cxn modelId="{391D1372-029C-4AF9-9829-2E568F7F2BCF}" type="presParOf" srcId="{DD76CE0F-2D75-4CC5-B447-4C12F6E7D63C}" destId="{D8543BA0-63FB-456C-9CE7-337EF3832A28}" srcOrd="2" destOrd="0" presId="urn:microsoft.com/office/officeart/2018/5/layout/CenteredIconLabelDescriptionList"/>
    <dgm:cxn modelId="{3B8C2E34-9AED-4613-88F9-FFCA952B980F}" type="presParOf" srcId="{D8543BA0-63FB-456C-9CE7-337EF3832A28}" destId="{2471B2D1-9AE2-438B-8A35-9F2A02AA9E0C}" srcOrd="0" destOrd="0" presId="urn:microsoft.com/office/officeart/2018/5/layout/CenteredIconLabelDescriptionList"/>
    <dgm:cxn modelId="{3F6606A0-8D0A-4761-A5DF-1AA11DBA8AA7}" type="presParOf" srcId="{D8543BA0-63FB-456C-9CE7-337EF3832A28}" destId="{9E2FA212-109A-456A-83F0-6435AC886E91}" srcOrd="1" destOrd="0" presId="urn:microsoft.com/office/officeart/2018/5/layout/CenteredIconLabelDescriptionList"/>
    <dgm:cxn modelId="{FC40E953-74B2-4F0D-B4D4-C1C3577AB640}" type="presParOf" srcId="{D8543BA0-63FB-456C-9CE7-337EF3832A28}" destId="{9CF744EB-8401-4E32-A5E3-2183068FDBEF}" srcOrd="2" destOrd="0" presId="urn:microsoft.com/office/officeart/2018/5/layout/CenteredIconLabelDescriptionList"/>
    <dgm:cxn modelId="{123FD34A-9D65-4783-94E6-3F462F8C16FF}" type="presParOf" srcId="{D8543BA0-63FB-456C-9CE7-337EF3832A28}" destId="{A9D61370-5B18-4C7B-AEE7-4D03632412C2}" srcOrd="3" destOrd="0" presId="urn:microsoft.com/office/officeart/2018/5/layout/CenteredIconLabelDescriptionList"/>
    <dgm:cxn modelId="{48F1E3A7-9821-49C3-B0DD-176F69924B4B}" type="presParOf" srcId="{D8543BA0-63FB-456C-9CE7-337EF3832A28}" destId="{8049522F-4A05-40B6-BE4D-860204E939F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5BEA61-C0CA-40CA-A4BF-28B70FB5D9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9C7D26-97F3-40C0-9961-67BBE77A4140}">
      <dgm:prSet/>
      <dgm:spPr/>
      <dgm:t>
        <a:bodyPr/>
        <a:lstStyle/>
        <a:p>
          <a:r>
            <a:rPr lang="en-US"/>
            <a:t>Our results can support:</a:t>
          </a:r>
        </a:p>
      </dgm:t>
    </dgm:pt>
    <dgm:pt modelId="{06A69A6F-FFE2-48F9-846F-2EE4753C3ABB}" type="parTrans" cxnId="{CFB04C38-1D34-4112-9D86-79229AFE4986}">
      <dgm:prSet/>
      <dgm:spPr/>
      <dgm:t>
        <a:bodyPr/>
        <a:lstStyle/>
        <a:p>
          <a:endParaRPr lang="en-US"/>
        </a:p>
      </dgm:t>
    </dgm:pt>
    <dgm:pt modelId="{64F8D659-EB4D-450F-A677-DCA30AB64E8F}" type="sibTrans" cxnId="{CFB04C38-1D34-4112-9D86-79229AFE4986}">
      <dgm:prSet/>
      <dgm:spPr/>
      <dgm:t>
        <a:bodyPr/>
        <a:lstStyle/>
        <a:p>
          <a:endParaRPr lang="en-US"/>
        </a:p>
      </dgm:t>
    </dgm:pt>
    <dgm:pt modelId="{232A27AA-43B2-4251-B9AB-2C535611ED6A}">
      <dgm:prSet/>
      <dgm:spPr/>
      <dgm:t>
        <a:bodyPr/>
        <a:lstStyle/>
        <a:p>
          <a:r>
            <a:rPr lang="en-US" b="1"/>
            <a:t>Clinical AI certification</a:t>
          </a:r>
          <a:endParaRPr lang="en-US"/>
        </a:p>
      </dgm:t>
    </dgm:pt>
    <dgm:pt modelId="{3DFE8EF8-24DB-4D79-A815-38923D2537FF}" type="parTrans" cxnId="{613A6D7A-9770-4149-8F02-BCE5EAAB1021}">
      <dgm:prSet/>
      <dgm:spPr/>
      <dgm:t>
        <a:bodyPr/>
        <a:lstStyle/>
        <a:p>
          <a:endParaRPr lang="en-US"/>
        </a:p>
      </dgm:t>
    </dgm:pt>
    <dgm:pt modelId="{C00292F3-6026-4C7F-A5F7-C13053444DC3}" type="sibTrans" cxnId="{613A6D7A-9770-4149-8F02-BCE5EAAB1021}">
      <dgm:prSet/>
      <dgm:spPr/>
      <dgm:t>
        <a:bodyPr/>
        <a:lstStyle/>
        <a:p>
          <a:endParaRPr lang="en-US"/>
        </a:p>
      </dgm:t>
    </dgm:pt>
    <dgm:pt modelId="{9F0D734B-10C5-4ECF-A20C-642CA965BC06}">
      <dgm:prSet/>
      <dgm:spPr/>
      <dgm:t>
        <a:bodyPr/>
        <a:lstStyle/>
        <a:p>
          <a:r>
            <a:rPr lang="en-US"/>
            <a:t>Ensuring models meet fairness standards.</a:t>
          </a:r>
        </a:p>
      </dgm:t>
    </dgm:pt>
    <dgm:pt modelId="{9BD9A108-D97C-43B8-ACE7-D28EE073C832}" type="parTrans" cxnId="{52BFC15F-3792-469C-B392-D4CAD8E41D92}">
      <dgm:prSet/>
      <dgm:spPr/>
      <dgm:t>
        <a:bodyPr/>
        <a:lstStyle/>
        <a:p>
          <a:endParaRPr lang="en-US"/>
        </a:p>
      </dgm:t>
    </dgm:pt>
    <dgm:pt modelId="{05A5D522-B32C-4078-808D-434B3E448635}" type="sibTrans" cxnId="{52BFC15F-3792-469C-B392-D4CAD8E41D92}">
      <dgm:prSet/>
      <dgm:spPr/>
      <dgm:t>
        <a:bodyPr/>
        <a:lstStyle/>
        <a:p>
          <a:endParaRPr lang="en-US"/>
        </a:p>
      </dgm:t>
    </dgm:pt>
    <dgm:pt modelId="{9C42B6AE-8EEA-4476-B2C1-6690CF4A50A4}">
      <dgm:prSet/>
      <dgm:spPr/>
      <dgm:t>
        <a:bodyPr/>
        <a:lstStyle/>
        <a:p>
          <a:r>
            <a:rPr lang="en-US" b="1"/>
            <a:t>Global health deployments</a:t>
          </a:r>
          <a:endParaRPr lang="en-US"/>
        </a:p>
      </dgm:t>
    </dgm:pt>
    <dgm:pt modelId="{3128D5DB-BF56-4C3B-AF3C-A0302729BFE2}" type="parTrans" cxnId="{DA063CAD-16A6-4FA9-B27B-0F0D38BBCDB5}">
      <dgm:prSet/>
      <dgm:spPr/>
      <dgm:t>
        <a:bodyPr/>
        <a:lstStyle/>
        <a:p>
          <a:endParaRPr lang="en-US"/>
        </a:p>
      </dgm:t>
    </dgm:pt>
    <dgm:pt modelId="{E879AB56-87FC-4C8B-BE5E-40063FD9A9A7}" type="sibTrans" cxnId="{DA063CAD-16A6-4FA9-B27B-0F0D38BBCDB5}">
      <dgm:prSet/>
      <dgm:spPr/>
      <dgm:t>
        <a:bodyPr/>
        <a:lstStyle/>
        <a:p>
          <a:endParaRPr lang="en-US"/>
        </a:p>
      </dgm:t>
    </dgm:pt>
    <dgm:pt modelId="{44675673-C12F-4A4C-A871-7783806237D9}">
      <dgm:prSet/>
      <dgm:spPr/>
      <dgm:t>
        <a:bodyPr/>
        <a:lstStyle/>
        <a:p>
          <a:r>
            <a:rPr lang="en-US"/>
            <a:t>Choosing models suitable for LMICs.</a:t>
          </a:r>
        </a:p>
      </dgm:t>
    </dgm:pt>
    <dgm:pt modelId="{AB07E237-374B-4AA0-81A8-EDB6C123F061}" type="parTrans" cxnId="{39950477-DB34-4399-B2E1-263792727305}">
      <dgm:prSet/>
      <dgm:spPr/>
      <dgm:t>
        <a:bodyPr/>
        <a:lstStyle/>
        <a:p>
          <a:endParaRPr lang="en-US"/>
        </a:p>
      </dgm:t>
    </dgm:pt>
    <dgm:pt modelId="{114B8990-5B19-4B84-BD97-5E5DAEBE06A8}" type="sibTrans" cxnId="{39950477-DB34-4399-B2E1-263792727305}">
      <dgm:prSet/>
      <dgm:spPr/>
      <dgm:t>
        <a:bodyPr/>
        <a:lstStyle/>
        <a:p>
          <a:endParaRPr lang="en-US"/>
        </a:p>
      </dgm:t>
    </dgm:pt>
    <dgm:pt modelId="{CE4043B2-31A8-4880-A4DF-A088CEDB61EC}">
      <dgm:prSet/>
      <dgm:spPr/>
      <dgm:t>
        <a:bodyPr/>
        <a:lstStyle/>
        <a:p>
          <a:r>
            <a:rPr lang="en-US" b="1"/>
            <a:t>Bias mitigation research</a:t>
          </a:r>
          <a:endParaRPr lang="en-US"/>
        </a:p>
      </dgm:t>
    </dgm:pt>
    <dgm:pt modelId="{A46137AF-2D05-4B32-834E-C5DAEF52308E}" type="parTrans" cxnId="{BF4DFCCF-D4E0-4CCE-9FC8-0238EE569A32}">
      <dgm:prSet/>
      <dgm:spPr/>
      <dgm:t>
        <a:bodyPr/>
        <a:lstStyle/>
        <a:p>
          <a:endParaRPr lang="en-US"/>
        </a:p>
      </dgm:t>
    </dgm:pt>
    <dgm:pt modelId="{553442C2-FBA1-4357-AC2E-007B94A83FEE}" type="sibTrans" cxnId="{BF4DFCCF-D4E0-4CCE-9FC8-0238EE569A32}">
      <dgm:prSet/>
      <dgm:spPr/>
      <dgm:t>
        <a:bodyPr/>
        <a:lstStyle/>
        <a:p>
          <a:endParaRPr lang="en-US"/>
        </a:p>
      </dgm:t>
    </dgm:pt>
    <dgm:pt modelId="{86639F53-B196-417D-B498-1507309152E2}">
      <dgm:prSet/>
      <dgm:spPr/>
      <dgm:t>
        <a:bodyPr/>
        <a:lstStyle/>
        <a:p>
          <a:r>
            <a:rPr lang="en-US"/>
            <a:t>Improving training and alignment methods.</a:t>
          </a:r>
        </a:p>
      </dgm:t>
    </dgm:pt>
    <dgm:pt modelId="{F283BDEC-6E05-4D73-9FC0-119F8908A407}" type="parTrans" cxnId="{F5C37F12-5698-41CF-911A-08A62136D011}">
      <dgm:prSet/>
      <dgm:spPr/>
      <dgm:t>
        <a:bodyPr/>
        <a:lstStyle/>
        <a:p>
          <a:endParaRPr lang="en-US"/>
        </a:p>
      </dgm:t>
    </dgm:pt>
    <dgm:pt modelId="{D91A2CB2-F1E6-40D7-BD60-72C1DAE23F87}" type="sibTrans" cxnId="{F5C37F12-5698-41CF-911A-08A62136D011}">
      <dgm:prSet/>
      <dgm:spPr/>
      <dgm:t>
        <a:bodyPr/>
        <a:lstStyle/>
        <a:p>
          <a:endParaRPr lang="en-US"/>
        </a:p>
      </dgm:t>
    </dgm:pt>
    <dgm:pt modelId="{54A5AADF-E408-4890-9D1A-9E6C86FBD502}">
      <dgm:prSet/>
      <dgm:spPr/>
      <dgm:t>
        <a:bodyPr/>
        <a:lstStyle/>
        <a:p>
          <a:r>
            <a:rPr lang="en-US" b="1"/>
            <a:t>Healthcare regulation</a:t>
          </a:r>
          <a:endParaRPr lang="en-US"/>
        </a:p>
      </dgm:t>
    </dgm:pt>
    <dgm:pt modelId="{F9AB060C-9D1B-410E-B3F3-DF3CBD39C220}" type="parTrans" cxnId="{476D7595-48AF-4D65-A3AC-9084B8685AAF}">
      <dgm:prSet/>
      <dgm:spPr/>
      <dgm:t>
        <a:bodyPr/>
        <a:lstStyle/>
        <a:p>
          <a:endParaRPr lang="en-US"/>
        </a:p>
      </dgm:t>
    </dgm:pt>
    <dgm:pt modelId="{EA68CCEA-4481-44AE-8048-F40EC2F763C4}" type="sibTrans" cxnId="{476D7595-48AF-4D65-A3AC-9084B8685AAF}">
      <dgm:prSet/>
      <dgm:spPr/>
      <dgm:t>
        <a:bodyPr/>
        <a:lstStyle/>
        <a:p>
          <a:endParaRPr lang="en-US"/>
        </a:p>
      </dgm:t>
    </dgm:pt>
    <dgm:pt modelId="{1B71E829-D077-4FB3-BA98-A78E58127048}">
      <dgm:prSet/>
      <dgm:spPr/>
      <dgm:t>
        <a:bodyPr/>
        <a:lstStyle/>
        <a:p>
          <a:r>
            <a:rPr lang="en-US"/>
            <a:t>Providing evidence for policy guidelines.</a:t>
          </a:r>
        </a:p>
      </dgm:t>
    </dgm:pt>
    <dgm:pt modelId="{700AC11D-DBAC-41BD-8162-976E822C4D42}" type="parTrans" cxnId="{2DF3B786-E1AF-4D80-870A-BAC864383757}">
      <dgm:prSet/>
      <dgm:spPr/>
      <dgm:t>
        <a:bodyPr/>
        <a:lstStyle/>
        <a:p>
          <a:endParaRPr lang="en-US"/>
        </a:p>
      </dgm:t>
    </dgm:pt>
    <dgm:pt modelId="{AEF296A1-E996-4063-ACC4-448857585594}" type="sibTrans" cxnId="{2DF3B786-E1AF-4D80-870A-BAC864383757}">
      <dgm:prSet/>
      <dgm:spPr/>
      <dgm:t>
        <a:bodyPr/>
        <a:lstStyle/>
        <a:p>
          <a:endParaRPr lang="en-US"/>
        </a:p>
      </dgm:t>
    </dgm:pt>
    <dgm:pt modelId="{6186B3FC-2999-4405-BF26-D1F72EE24FC8}" type="pres">
      <dgm:prSet presAssocID="{105BEA61-C0CA-40CA-A4BF-28B70FB5D9E9}" presName="root" presStyleCnt="0">
        <dgm:presLayoutVars>
          <dgm:dir/>
          <dgm:resizeHandles val="exact"/>
        </dgm:presLayoutVars>
      </dgm:prSet>
      <dgm:spPr/>
    </dgm:pt>
    <dgm:pt modelId="{CD0D51EC-0D83-4FE8-B8F0-6E1C86F9CF3A}" type="pres">
      <dgm:prSet presAssocID="{A89C7D26-97F3-40C0-9961-67BBE77A4140}" presName="compNode" presStyleCnt="0"/>
      <dgm:spPr/>
    </dgm:pt>
    <dgm:pt modelId="{79BB422E-3E67-4967-BA0B-4B1F673F03FC}" type="pres">
      <dgm:prSet presAssocID="{A89C7D26-97F3-40C0-9961-67BBE77A4140}" presName="bgRect" presStyleLbl="bgShp" presStyleIdx="0" presStyleCnt="5"/>
      <dgm:spPr/>
    </dgm:pt>
    <dgm:pt modelId="{5FF7EDF6-FE74-4EB5-9771-1EF7099496E1}" type="pres">
      <dgm:prSet presAssocID="{A89C7D26-97F3-40C0-9961-67BBE77A414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45E7EFAA-6BE8-4D3F-9CBD-CEC5E35066A8}" type="pres">
      <dgm:prSet presAssocID="{A89C7D26-97F3-40C0-9961-67BBE77A4140}" presName="spaceRect" presStyleCnt="0"/>
      <dgm:spPr/>
    </dgm:pt>
    <dgm:pt modelId="{46A8E2A5-FEB9-4630-A3F5-FE01C8A864B1}" type="pres">
      <dgm:prSet presAssocID="{A89C7D26-97F3-40C0-9961-67BBE77A4140}" presName="parTx" presStyleLbl="revTx" presStyleIdx="0" presStyleCnt="9">
        <dgm:presLayoutVars>
          <dgm:chMax val="0"/>
          <dgm:chPref val="0"/>
        </dgm:presLayoutVars>
      </dgm:prSet>
      <dgm:spPr/>
    </dgm:pt>
    <dgm:pt modelId="{FC6251C0-14F7-4C18-9A4B-E10133C51B4D}" type="pres">
      <dgm:prSet presAssocID="{64F8D659-EB4D-450F-A677-DCA30AB64E8F}" presName="sibTrans" presStyleCnt="0"/>
      <dgm:spPr/>
    </dgm:pt>
    <dgm:pt modelId="{343D6AB0-016D-4BFD-ADD8-1878E01E9BBD}" type="pres">
      <dgm:prSet presAssocID="{232A27AA-43B2-4251-B9AB-2C535611ED6A}" presName="compNode" presStyleCnt="0"/>
      <dgm:spPr/>
    </dgm:pt>
    <dgm:pt modelId="{3725CF5D-D3F0-4FE6-9801-710716F91A9E}" type="pres">
      <dgm:prSet presAssocID="{232A27AA-43B2-4251-B9AB-2C535611ED6A}" presName="bgRect" presStyleLbl="bgShp" presStyleIdx="1" presStyleCnt="5"/>
      <dgm:spPr/>
    </dgm:pt>
    <dgm:pt modelId="{72F31F2D-9A04-4C06-B641-4912E484B4AA}" type="pres">
      <dgm:prSet presAssocID="{232A27AA-43B2-4251-B9AB-2C535611ED6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B7938589-C6B8-4CC5-AE7A-697241190136}" type="pres">
      <dgm:prSet presAssocID="{232A27AA-43B2-4251-B9AB-2C535611ED6A}" presName="spaceRect" presStyleCnt="0"/>
      <dgm:spPr/>
    </dgm:pt>
    <dgm:pt modelId="{0F441DCA-B7FD-4A0A-A916-41A72B202223}" type="pres">
      <dgm:prSet presAssocID="{232A27AA-43B2-4251-B9AB-2C535611ED6A}" presName="parTx" presStyleLbl="revTx" presStyleIdx="1" presStyleCnt="9">
        <dgm:presLayoutVars>
          <dgm:chMax val="0"/>
          <dgm:chPref val="0"/>
        </dgm:presLayoutVars>
      </dgm:prSet>
      <dgm:spPr/>
    </dgm:pt>
    <dgm:pt modelId="{C8D52FB1-0DA0-40D4-9DB5-89FA273E23A0}" type="pres">
      <dgm:prSet presAssocID="{232A27AA-43B2-4251-B9AB-2C535611ED6A}" presName="desTx" presStyleLbl="revTx" presStyleIdx="2" presStyleCnt="9">
        <dgm:presLayoutVars/>
      </dgm:prSet>
      <dgm:spPr/>
    </dgm:pt>
    <dgm:pt modelId="{B4EF9D08-640D-49B4-B845-D5E2B57D23BA}" type="pres">
      <dgm:prSet presAssocID="{C00292F3-6026-4C7F-A5F7-C13053444DC3}" presName="sibTrans" presStyleCnt="0"/>
      <dgm:spPr/>
    </dgm:pt>
    <dgm:pt modelId="{27356BDC-910C-4DE0-822F-9C2D5EC37636}" type="pres">
      <dgm:prSet presAssocID="{9C42B6AE-8EEA-4476-B2C1-6690CF4A50A4}" presName="compNode" presStyleCnt="0"/>
      <dgm:spPr/>
    </dgm:pt>
    <dgm:pt modelId="{90D7E6F6-5F48-4FB1-AD5F-B36265B0CC10}" type="pres">
      <dgm:prSet presAssocID="{9C42B6AE-8EEA-4476-B2C1-6690CF4A50A4}" presName="bgRect" presStyleLbl="bgShp" presStyleIdx="2" presStyleCnt="5"/>
      <dgm:spPr/>
    </dgm:pt>
    <dgm:pt modelId="{DF00C2D7-0F6D-48CE-B4C0-9D28AF76387D}" type="pres">
      <dgm:prSet presAssocID="{9C42B6AE-8EEA-4476-B2C1-6690CF4A50A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30B977FF-BA8E-43CD-8521-24FE1EB796B5}" type="pres">
      <dgm:prSet presAssocID="{9C42B6AE-8EEA-4476-B2C1-6690CF4A50A4}" presName="spaceRect" presStyleCnt="0"/>
      <dgm:spPr/>
    </dgm:pt>
    <dgm:pt modelId="{E1838144-0636-4529-9C81-A1A5DC207E18}" type="pres">
      <dgm:prSet presAssocID="{9C42B6AE-8EEA-4476-B2C1-6690CF4A50A4}" presName="parTx" presStyleLbl="revTx" presStyleIdx="3" presStyleCnt="9">
        <dgm:presLayoutVars>
          <dgm:chMax val="0"/>
          <dgm:chPref val="0"/>
        </dgm:presLayoutVars>
      </dgm:prSet>
      <dgm:spPr/>
    </dgm:pt>
    <dgm:pt modelId="{C09C9436-7C0B-42EF-8BF2-2AAA768FA988}" type="pres">
      <dgm:prSet presAssocID="{9C42B6AE-8EEA-4476-B2C1-6690CF4A50A4}" presName="desTx" presStyleLbl="revTx" presStyleIdx="4" presStyleCnt="9">
        <dgm:presLayoutVars/>
      </dgm:prSet>
      <dgm:spPr/>
    </dgm:pt>
    <dgm:pt modelId="{0F57E86E-4FAA-4BF5-BC15-580EDB2DEA51}" type="pres">
      <dgm:prSet presAssocID="{E879AB56-87FC-4C8B-BE5E-40063FD9A9A7}" presName="sibTrans" presStyleCnt="0"/>
      <dgm:spPr/>
    </dgm:pt>
    <dgm:pt modelId="{1CCB371F-0F94-40C6-AC7C-38A1A3FF923D}" type="pres">
      <dgm:prSet presAssocID="{CE4043B2-31A8-4880-A4DF-A088CEDB61EC}" presName="compNode" presStyleCnt="0"/>
      <dgm:spPr/>
    </dgm:pt>
    <dgm:pt modelId="{79648B88-57C7-41B9-B939-71EFD18F27CC}" type="pres">
      <dgm:prSet presAssocID="{CE4043B2-31A8-4880-A4DF-A088CEDB61EC}" presName="bgRect" presStyleLbl="bgShp" presStyleIdx="3" presStyleCnt="5"/>
      <dgm:spPr/>
    </dgm:pt>
    <dgm:pt modelId="{8EC3AAC4-501E-487F-B78D-F9F730601106}" type="pres">
      <dgm:prSet presAssocID="{CE4043B2-31A8-4880-A4DF-A088CEDB61E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6CE61D1-A619-42CD-AEC4-55F7024AD5D7}" type="pres">
      <dgm:prSet presAssocID="{CE4043B2-31A8-4880-A4DF-A088CEDB61EC}" presName="spaceRect" presStyleCnt="0"/>
      <dgm:spPr/>
    </dgm:pt>
    <dgm:pt modelId="{21981400-3D43-43D5-A464-AAB243F15EA6}" type="pres">
      <dgm:prSet presAssocID="{CE4043B2-31A8-4880-A4DF-A088CEDB61EC}" presName="parTx" presStyleLbl="revTx" presStyleIdx="5" presStyleCnt="9">
        <dgm:presLayoutVars>
          <dgm:chMax val="0"/>
          <dgm:chPref val="0"/>
        </dgm:presLayoutVars>
      </dgm:prSet>
      <dgm:spPr/>
    </dgm:pt>
    <dgm:pt modelId="{4FCA5633-A485-4612-B3C1-A018C99EA09E}" type="pres">
      <dgm:prSet presAssocID="{CE4043B2-31A8-4880-A4DF-A088CEDB61EC}" presName="desTx" presStyleLbl="revTx" presStyleIdx="6" presStyleCnt="9">
        <dgm:presLayoutVars/>
      </dgm:prSet>
      <dgm:spPr/>
    </dgm:pt>
    <dgm:pt modelId="{EA1018CD-6669-4A85-9A6D-409E8B89FC36}" type="pres">
      <dgm:prSet presAssocID="{553442C2-FBA1-4357-AC2E-007B94A83FEE}" presName="sibTrans" presStyleCnt="0"/>
      <dgm:spPr/>
    </dgm:pt>
    <dgm:pt modelId="{3C5A564E-ADD2-4838-99E4-C5BEEE468378}" type="pres">
      <dgm:prSet presAssocID="{54A5AADF-E408-4890-9D1A-9E6C86FBD502}" presName="compNode" presStyleCnt="0"/>
      <dgm:spPr/>
    </dgm:pt>
    <dgm:pt modelId="{BC663F2F-9304-4E46-BB5E-E15E11817CED}" type="pres">
      <dgm:prSet presAssocID="{54A5AADF-E408-4890-9D1A-9E6C86FBD502}" presName="bgRect" presStyleLbl="bgShp" presStyleIdx="4" presStyleCnt="5"/>
      <dgm:spPr/>
    </dgm:pt>
    <dgm:pt modelId="{368AC251-3EFA-454C-8A12-12D330DF68D8}" type="pres">
      <dgm:prSet presAssocID="{54A5AADF-E408-4890-9D1A-9E6C86FBD50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CD0179BA-0C6A-4166-8986-19FFD4BEA377}" type="pres">
      <dgm:prSet presAssocID="{54A5AADF-E408-4890-9D1A-9E6C86FBD502}" presName="spaceRect" presStyleCnt="0"/>
      <dgm:spPr/>
    </dgm:pt>
    <dgm:pt modelId="{7CC59BD5-63A8-4E70-BA9E-C08E60F45675}" type="pres">
      <dgm:prSet presAssocID="{54A5AADF-E408-4890-9D1A-9E6C86FBD502}" presName="parTx" presStyleLbl="revTx" presStyleIdx="7" presStyleCnt="9">
        <dgm:presLayoutVars>
          <dgm:chMax val="0"/>
          <dgm:chPref val="0"/>
        </dgm:presLayoutVars>
      </dgm:prSet>
      <dgm:spPr/>
    </dgm:pt>
    <dgm:pt modelId="{DF53453E-E047-4209-BB10-96E79349030B}" type="pres">
      <dgm:prSet presAssocID="{54A5AADF-E408-4890-9D1A-9E6C86FBD502}" presName="desTx" presStyleLbl="revTx" presStyleIdx="8" presStyleCnt="9">
        <dgm:presLayoutVars/>
      </dgm:prSet>
      <dgm:spPr/>
    </dgm:pt>
  </dgm:ptLst>
  <dgm:cxnLst>
    <dgm:cxn modelId="{6C123304-A2D1-4135-8C99-5BF8B68F6898}" type="presOf" srcId="{9C42B6AE-8EEA-4476-B2C1-6690CF4A50A4}" destId="{E1838144-0636-4529-9C81-A1A5DC207E18}" srcOrd="0" destOrd="0" presId="urn:microsoft.com/office/officeart/2018/2/layout/IconVerticalSolidList"/>
    <dgm:cxn modelId="{896BE70C-C571-4E20-A971-5384F4AA8313}" type="presOf" srcId="{A89C7D26-97F3-40C0-9961-67BBE77A4140}" destId="{46A8E2A5-FEB9-4630-A3F5-FE01C8A864B1}" srcOrd="0" destOrd="0" presId="urn:microsoft.com/office/officeart/2018/2/layout/IconVerticalSolidList"/>
    <dgm:cxn modelId="{1A62DC0F-2880-40A9-809F-B88132B3C815}" type="presOf" srcId="{44675673-C12F-4A4C-A871-7783806237D9}" destId="{C09C9436-7C0B-42EF-8BF2-2AAA768FA988}" srcOrd="0" destOrd="0" presId="urn:microsoft.com/office/officeart/2018/2/layout/IconVerticalSolidList"/>
    <dgm:cxn modelId="{F5C37F12-5698-41CF-911A-08A62136D011}" srcId="{CE4043B2-31A8-4880-A4DF-A088CEDB61EC}" destId="{86639F53-B196-417D-B498-1507309152E2}" srcOrd="0" destOrd="0" parTransId="{F283BDEC-6E05-4D73-9FC0-119F8908A407}" sibTransId="{D91A2CB2-F1E6-40D7-BD60-72C1DAE23F87}"/>
    <dgm:cxn modelId="{BCD9FA1B-38ED-4A3F-922B-636B3406BBBE}" type="presOf" srcId="{9F0D734B-10C5-4ECF-A20C-642CA965BC06}" destId="{C8D52FB1-0DA0-40D4-9DB5-89FA273E23A0}" srcOrd="0" destOrd="0" presId="urn:microsoft.com/office/officeart/2018/2/layout/IconVerticalSolidList"/>
    <dgm:cxn modelId="{CFB04C38-1D34-4112-9D86-79229AFE4986}" srcId="{105BEA61-C0CA-40CA-A4BF-28B70FB5D9E9}" destId="{A89C7D26-97F3-40C0-9961-67BBE77A4140}" srcOrd="0" destOrd="0" parTransId="{06A69A6F-FFE2-48F9-846F-2EE4753C3ABB}" sibTransId="{64F8D659-EB4D-450F-A677-DCA30AB64E8F}"/>
    <dgm:cxn modelId="{52BFC15F-3792-469C-B392-D4CAD8E41D92}" srcId="{232A27AA-43B2-4251-B9AB-2C535611ED6A}" destId="{9F0D734B-10C5-4ECF-A20C-642CA965BC06}" srcOrd="0" destOrd="0" parTransId="{9BD9A108-D97C-43B8-ACE7-D28EE073C832}" sibTransId="{05A5D522-B32C-4078-808D-434B3E448635}"/>
    <dgm:cxn modelId="{4987AB44-D562-4D32-B5B7-9B34788BA9E2}" type="presOf" srcId="{1B71E829-D077-4FB3-BA98-A78E58127048}" destId="{DF53453E-E047-4209-BB10-96E79349030B}" srcOrd="0" destOrd="0" presId="urn:microsoft.com/office/officeart/2018/2/layout/IconVerticalSolidList"/>
    <dgm:cxn modelId="{F5384A55-3B15-4CB1-93D2-A81C877B9186}" type="presOf" srcId="{86639F53-B196-417D-B498-1507309152E2}" destId="{4FCA5633-A485-4612-B3C1-A018C99EA09E}" srcOrd="0" destOrd="0" presId="urn:microsoft.com/office/officeart/2018/2/layout/IconVerticalSolidList"/>
    <dgm:cxn modelId="{39950477-DB34-4399-B2E1-263792727305}" srcId="{9C42B6AE-8EEA-4476-B2C1-6690CF4A50A4}" destId="{44675673-C12F-4A4C-A871-7783806237D9}" srcOrd="0" destOrd="0" parTransId="{AB07E237-374B-4AA0-81A8-EDB6C123F061}" sibTransId="{114B8990-5B19-4B84-BD97-5E5DAEBE06A8}"/>
    <dgm:cxn modelId="{249E1E78-5347-4673-8631-E77F2D75249E}" type="presOf" srcId="{54A5AADF-E408-4890-9D1A-9E6C86FBD502}" destId="{7CC59BD5-63A8-4E70-BA9E-C08E60F45675}" srcOrd="0" destOrd="0" presId="urn:microsoft.com/office/officeart/2018/2/layout/IconVerticalSolidList"/>
    <dgm:cxn modelId="{613A6D7A-9770-4149-8F02-BCE5EAAB1021}" srcId="{105BEA61-C0CA-40CA-A4BF-28B70FB5D9E9}" destId="{232A27AA-43B2-4251-B9AB-2C535611ED6A}" srcOrd="1" destOrd="0" parTransId="{3DFE8EF8-24DB-4D79-A815-38923D2537FF}" sibTransId="{C00292F3-6026-4C7F-A5F7-C13053444DC3}"/>
    <dgm:cxn modelId="{2DF3B786-E1AF-4D80-870A-BAC864383757}" srcId="{54A5AADF-E408-4890-9D1A-9E6C86FBD502}" destId="{1B71E829-D077-4FB3-BA98-A78E58127048}" srcOrd="0" destOrd="0" parTransId="{700AC11D-DBAC-41BD-8162-976E822C4D42}" sibTransId="{AEF296A1-E996-4063-ACC4-448857585594}"/>
    <dgm:cxn modelId="{0339218F-DAB4-433D-9A49-C8E9F8130FEE}" type="presOf" srcId="{105BEA61-C0CA-40CA-A4BF-28B70FB5D9E9}" destId="{6186B3FC-2999-4405-BF26-D1F72EE24FC8}" srcOrd="0" destOrd="0" presId="urn:microsoft.com/office/officeart/2018/2/layout/IconVerticalSolidList"/>
    <dgm:cxn modelId="{476D7595-48AF-4D65-A3AC-9084B8685AAF}" srcId="{105BEA61-C0CA-40CA-A4BF-28B70FB5D9E9}" destId="{54A5AADF-E408-4890-9D1A-9E6C86FBD502}" srcOrd="4" destOrd="0" parTransId="{F9AB060C-9D1B-410E-B3F3-DF3CBD39C220}" sibTransId="{EA68CCEA-4481-44AE-8048-F40EC2F763C4}"/>
    <dgm:cxn modelId="{C385579D-B42D-4554-BCD1-9F9BEE2BB5F7}" type="presOf" srcId="{232A27AA-43B2-4251-B9AB-2C535611ED6A}" destId="{0F441DCA-B7FD-4A0A-A916-41A72B202223}" srcOrd="0" destOrd="0" presId="urn:microsoft.com/office/officeart/2018/2/layout/IconVerticalSolidList"/>
    <dgm:cxn modelId="{DA063CAD-16A6-4FA9-B27B-0F0D38BBCDB5}" srcId="{105BEA61-C0CA-40CA-A4BF-28B70FB5D9E9}" destId="{9C42B6AE-8EEA-4476-B2C1-6690CF4A50A4}" srcOrd="2" destOrd="0" parTransId="{3128D5DB-BF56-4C3B-AF3C-A0302729BFE2}" sibTransId="{E879AB56-87FC-4C8B-BE5E-40063FD9A9A7}"/>
    <dgm:cxn modelId="{BF4DFCCF-D4E0-4CCE-9FC8-0238EE569A32}" srcId="{105BEA61-C0CA-40CA-A4BF-28B70FB5D9E9}" destId="{CE4043B2-31A8-4880-A4DF-A088CEDB61EC}" srcOrd="3" destOrd="0" parTransId="{A46137AF-2D05-4B32-834E-C5DAEF52308E}" sibTransId="{553442C2-FBA1-4357-AC2E-007B94A83FEE}"/>
    <dgm:cxn modelId="{8C5F6DF8-DB24-4C20-861B-3BE87F6EC61F}" type="presOf" srcId="{CE4043B2-31A8-4880-A4DF-A088CEDB61EC}" destId="{21981400-3D43-43D5-A464-AAB243F15EA6}" srcOrd="0" destOrd="0" presId="urn:microsoft.com/office/officeart/2018/2/layout/IconVerticalSolidList"/>
    <dgm:cxn modelId="{42D24A9F-99F6-4E30-BAAA-39A7C80E44A7}" type="presParOf" srcId="{6186B3FC-2999-4405-BF26-D1F72EE24FC8}" destId="{CD0D51EC-0D83-4FE8-B8F0-6E1C86F9CF3A}" srcOrd="0" destOrd="0" presId="urn:microsoft.com/office/officeart/2018/2/layout/IconVerticalSolidList"/>
    <dgm:cxn modelId="{95A70CC9-DA90-4DDB-A835-8E6AA17D1575}" type="presParOf" srcId="{CD0D51EC-0D83-4FE8-B8F0-6E1C86F9CF3A}" destId="{79BB422E-3E67-4967-BA0B-4B1F673F03FC}" srcOrd="0" destOrd="0" presId="urn:microsoft.com/office/officeart/2018/2/layout/IconVerticalSolidList"/>
    <dgm:cxn modelId="{2B94894A-1EE3-4F4C-9974-EE723A738861}" type="presParOf" srcId="{CD0D51EC-0D83-4FE8-B8F0-6E1C86F9CF3A}" destId="{5FF7EDF6-FE74-4EB5-9771-1EF7099496E1}" srcOrd="1" destOrd="0" presId="urn:microsoft.com/office/officeart/2018/2/layout/IconVerticalSolidList"/>
    <dgm:cxn modelId="{A9C723B2-CEE4-4032-9EB2-7A2D4BE05F43}" type="presParOf" srcId="{CD0D51EC-0D83-4FE8-B8F0-6E1C86F9CF3A}" destId="{45E7EFAA-6BE8-4D3F-9CBD-CEC5E35066A8}" srcOrd="2" destOrd="0" presId="urn:microsoft.com/office/officeart/2018/2/layout/IconVerticalSolidList"/>
    <dgm:cxn modelId="{E029129C-8E01-46C5-B1FD-00827AE84117}" type="presParOf" srcId="{CD0D51EC-0D83-4FE8-B8F0-6E1C86F9CF3A}" destId="{46A8E2A5-FEB9-4630-A3F5-FE01C8A864B1}" srcOrd="3" destOrd="0" presId="urn:microsoft.com/office/officeart/2018/2/layout/IconVerticalSolidList"/>
    <dgm:cxn modelId="{C127AD30-E42F-49FD-88CD-711D69EA65AF}" type="presParOf" srcId="{6186B3FC-2999-4405-BF26-D1F72EE24FC8}" destId="{FC6251C0-14F7-4C18-9A4B-E10133C51B4D}" srcOrd="1" destOrd="0" presId="urn:microsoft.com/office/officeart/2018/2/layout/IconVerticalSolidList"/>
    <dgm:cxn modelId="{EB2914CF-FAC7-4CEF-8C80-527C72FFD119}" type="presParOf" srcId="{6186B3FC-2999-4405-BF26-D1F72EE24FC8}" destId="{343D6AB0-016D-4BFD-ADD8-1878E01E9BBD}" srcOrd="2" destOrd="0" presId="urn:microsoft.com/office/officeart/2018/2/layout/IconVerticalSolidList"/>
    <dgm:cxn modelId="{3E25ADE3-224C-47CA-9707-ABDAF9C14918}" type="presParOf" srcId="{343D6AB0-016D-4BFD-ADD8-1878E01E9BBD}" destId="{3725CF5D-D3F0-4FE6-9801-710716F91A9E}" srcOrd="0" destOrd="0" presId="urn:microsoft.com/office/officeart/2018/2/layout/IconVerticalSolidList"/>
    <dgm:cxn modelId="{E4C6D882-60BB-4F1E-9BF8-3E238B7F5F13}" type="presParOf" srcId="{343D6AB0-016D-4BFD-ADD8-1878E01E9BBD}" destId="{72F31F2D-9A04-4C06-B641-4912E484B4AA}" srcOrd="1" destOrd="0" presId="urn:microsoft.com/office/officeart/2018/2/layout/IconVerticalSolidList"/>
    <dgm:cxn modelId="{3A209895-4CB1-4AFF-B68F-A8F1EE0836F7}" type="presParOf" srcId="{343D6AB0-016D-4BFD-ADD8-1878E01E9BBD}" destId="{B7938589-C6B8-4CC5-AE7A-697241190136}" srcOrd="2" destOrd="0" presId="urn:microsoft.com/office/officeart/2018/2/layout/IconVerticalSolidList"/>
    <dgm:cxn modelId="{657F22E7-2744-492A-9C74-07E760C7A807}" type="presParOf" srcId="{343D6AB0-016D-4BFD-ADD8-1878E01E9BBD}" destId="{0F441DCA-B7FD-4A0A-A916-41A72B202223}" srcOrd="3" destOrd="0" presId="urn:microsoft.com/office/officeart/2018/2/layout/IconVerticalSolidList"/>
    <dgm:cxn modelId="{72B001D6-1A46-41ED-9041-9864BDF4946E}" type="presParOf" srcId="{343D6AB0-016D-4BFD-ADD8-1878E01E9BBD}" destId="{C8D52FB1-0DA0-40D4-9DB5-89FA273E23A0}" srcOrd="4" destOrd="0" presId="urn:microsoft.com/office/officeart/2018/2/layout/IconVerticalSolidList"/>
    <dgm:cxn modelId="{FEC0C011-38AB-4DE8-A67F-10E9FEE97F5B}" type="presParOf" srcId="{6186B3FC-2999-4405-BF26-D1F72EE24FC8}" destId="{B4EF9D08-640D-49B4-B845-D5E2B57D23BA}" srcOrd="3" destOrd="0" presId="urn:microsoft.com/office/officeart/2018/2/layout/IconVerticalSolidList"/>
    <dgm:cxn modelId="{40013CFE-2F5C-4AA3-A47C-00BFC6CCED86}" type="presParOf" srcId="{6186B3FC-2999-4405-BF26-D1F72EE24FC8}" destId="{27356BDC-910C-4DE0-822F-9C2D5EC37636}" srcOrd="4" destOrd="0" presId="urn:microsoft.com/office/officeart/2018/2/layout/IconVerticalSolidList"/>
    <dgm:cxn modelId="{A9F4F052-83A8-47B1-963B-BF31F26380DD}" type="presParOf" srcId="{27356BDC-910C-4DE0-822F-9C2D5EC37636}" destId="{90D7E6F6-5F48-4FB1-AD5F-B36265B0CC10}" srcOrd="0" destOrd="0" presId="urn:microsoft.com/office/officeart/2018/2/layout/IconVerticalSolidList"/>
    <dgm:cxn modelId="{F5CDB800-F48E-4720-8995-309CC355F8CB}" type="presParOf" srcId="{27356BDC-910C-4DE0-822F-9C2D5EC37636}" destId="{DF00C2D7-0F6D-48CE-B4C0-9D28AF76387D}" srcOrd="1" destOrd="0" presId="urn:microsoft.com/office/officeart/2018/2/layout/IconVerticalSolidList"/>
    <dgm:cxn modelId="{F615E6D0-5C9E-497B-BF99-BE2CA9BE344A}" type="presParOf" srcId="{27356BDC-910C-4DE0-822F-9C2D5EC37636}" destId="{30B977FF-BA8E-43CD-8521-24FE1EB796B5}" srcOrd="2" destOrd="0" presId="urn:microsoft.com/office/officeart/2018/2/layout/IconVerticalSolidList"/>
    <dgm:cxn modelId="{F5E73538-DB9B-4543-8579-EAF875E748E5}" type="presParOf" srcId="{27356BDC-910C-4DE0-822F-9C2D5EC37636}" destId="{E1838144-0636-4529-9C81-A1A5DC207E18}" srcOrd="3" destOrd="0" presId="urn:microsoft.com/office/officeart/2018/2/layout/IconVerticalSolidList"/>
    <dgm:cxn modelId="{E4E946CF-5895-4B5E-8BBD-2D6DCBAF8360}" type="presParOf" srcId="{27356BDC-910C-4DE0-822F-9C2D5EC37636}" destId="{C09C9436-7C0B-42EF-8BF2-2AAA768FA988}" srcOrd="4" destOrd="0" presId="urn:microsoft.com/office/officeart/2018/2/layout/IconVerticalSolidList"/>
    <dgm:cxn modelId="{2BE036AD-9F08-4D5A-A36F-F312DB639427}" type="presParOf" srcId="{6186B3FC-2999-4405-BF26-D1F72EE24FC8}" destId="{0F57E86E-4FAA-4BF5-BC15-580EDB2DEA51}" srcOrd="5" destOrd="0" presId="urn:microsoft.com/office/officeart/2018/2/layout/IconVerticalSolidList"/>
    <dgm:cxn modelId="{535585E7-CB4A-46C6-96A9-E724FB49D0D9}" type="presParOf" srcId="{6186B3FC-2999-4405-BF26-D1F72EE24FC8}" destId="{1CCB371F-0F94-40C6-AC7C-38A1A3FF923D}" srcOrd="6" destOrd="0" presId="urn:microsoft.com/office/officeart/2018/2/layout/IconVerticalSolidList"/>
    <dgm:cxn modelId="{D875538D-8B85-44D6-9263-79B156D437C7}" type="presParOf" srcId="{1CCB371F-0F94-40C6-AC7C-38A1A3FF923D}" destId="{79648B88-57C7-41B9-B939-71EFD18F27CC}" srcOrd="0" destOrd="0" presId="urn:microsoft.com/office/officeart/2018/2/layout/IconVerticalSolidList"/>
    <dgm:cxn modelId="{9D246743-FE49-4851-BC2F-EBD886A80BE2}" type="presParOf" srcId="{1CCB371F-0F94-40C6-AC7C-38A1A3FF923D}" destId="{8EC3AAC4-501E-487F-B78D-F9F730601106}" srcOrd="1" destOrd="0" presId="urn:microsoft.com/office/officeart/2018/2/layout/IconVerticalSolidList"/>
    <dgm:cxn modelId="{9E8B7E86-ABC1-4B9B-B3DB-C7A08C12711A}" type="presParOf" srcId="{1CCB371F-0F94-40C6-AC7C-38A1A3FF923D}" destId="{66CE61D1-A619-42CD-AEC4-55F7024AD5D7}" srcOrd="2" destOrd="0" presId="urn:microsoft.com/office/officeart/2018/2/layout/IconVerticalSolidList"/>
    <dgm:cxn modelId="{2D3BF666-F819-4F6D-8D6D-79CABA4A0E26}" type="presParOf" srcId="{1CCB371F-0F94-40C6-AC7C-38A1A3FF923D}" destId="{21981400-3D43-43D5-A464-AAB243F15EA6}" srcOrd="3" destOrd="0" presId="urn:microsoft.com/office/officeart/2018/2/layout/IconVerticalSolidList"/>
    <dgm:cxn modelId="{ADA946DC-D197-48D9-A883-A776285DEDCB}" type="presParOf" srcId="{1CCB371F-0F94-40C6-AC7C-38A1A3FF923D}" destId="{4FCA5633-A485-4612-B3C1-A018C99EA09E}" srcOrd="4" destOrd="0" presId="urn:microsoft.com/office/officeart/2018/2/layout/IconVerticalSolidList"/>
    <dgm:cxn modelId="{A70B0E47-1397-443B-9B2C-E21A0773E59E}" type="presParOf" srcId="{6186B3FC-2999-4405-BF26-D1F72EE24FC8}" destId="{EA1018CD-6669-4A85-9A6D-409E8B89FC36}" srcOrd="7" destOrd="0" presId="urn:microsoft.com/office/officeart/2018/2/layout/IconVerticalSolidList"/>
    <dgm:cxn modelId="{CEDFAA9E-2EAB-45E0-AA1E-9F71252B8A6E}" type="presParOf" srcId="{6186B3FC-2999-4405-BF26-D1F72EE24FC8}" destId="{3C5A564E-ADD2-4838-99E4-C5BEEE468378}" srcOrd="8" destOrd="0" presId="urn:microsoft.com/office/officeart/2018/2/layout/IconVerticalSolidList"/>
    <dgm:cxn modelId="{A36AB45B-D6E4-4094-BC79-5BDA55C6DC4B}" type="presParOf" srcId="{3C5A564E-ADD2-4838-99E4-C5BEEE468378}" destId="{BC663F2F-9304-4E46-BB5E-E15E11817CED}" srcOrd="0" destOrd="0" presId="urn:microsoft.com/office/officeart/2018/2/layout/IconVerticalSolidList"/>
    <dgm:cxn modelId="{6BB5A208-0B0D-4389-BCFD-304C71750F53}" type="presParOf" srcId="{3C5A564E-ADD2-4838-99E4-C5BEEE468378}" destId="{368AC251-3EFA-454C-8A12-12D330DF68D8}" srcOrd="1" destOrd="0" presId="urn:microsoft.com/office/officeart/2018/2/layout/IconVerticalSolidList"/>
    <dgm:cxn modelId="{B7118522-B6A5-4E3B-9F52-57867D2EA7BD}" type="presParOf" srcId="{3C5A564E-ADD2-4838-99E4-C5BEEE468378}" destId="{CD0179BA-0C6A-4166-8986-19FFD4BEA377}" srcOrd="2" destOrd="0" presId="urn:microsoft.com/office/officeart/2018/2/layout/IconVerticalSolidList"/>
    <dgm:cxn modelId="{45F4B2F2-BC25-442D-A099-F126A43DF68F}" type="presParOf" srcId="{3C5A564E-ADD2-4838-99E4-C5BEEE468378}" destId="{7CC59BD5-63A8-4E70-BA9E-C08E60F45675}" srcOrd="3" destOrd="0" presId="urn:microsoft.com/office/officeart/2018/2/layout/IconVerticalSolidList"/>
    <dgm:cxn modelId="{5BF2E679-4A11-402A-A094-00A2E5124CC6}" type="presParOf" srcId="{3C5A564E-ADD2-4838-99E4-C5BEEE468378}" destId="{DF53453E-E047-4209-BB10-96E79349030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019A75-3AC7-4E99-9FB2-F51F2C88FCB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12A7BC7-57BA-4888-9E35-4AEDE2EE1CCC}">
      <dgm:prSet/>
      <dgm:spPr/>
      <dgm:t>
        <a:bodyPr/>
        <a:lstStyle/>
        <a:p>
          <a:pPr>
            <a:defRPr b="1"/>
          </a:pPr>
          <a:r>
            <a:rPr lang="en-US"/>
            <a:t>Potential venues:</a:t>
          </a:r>
        </a:p>
      </dgm:t>
    </dgm:pt>
    <dgm:pt modelId="{08D0A23A-901B-46BD-B156-7BBB61EB5F6C}" type="parTrans" cxnId="{14688C62-331A-40EE-B905-9192A803D3AE}">
      <dgm:prSet/>
      <dgm:spPr/>
      <dgm:t>
        <a:bodyPr/>
        <a:lstStyle/>
        <a:p>
          <a:endParaRPr lang="en-US"/>
        </a:p>
      </dgm:t>
    </dgm:pt>
    <dgm:pt modelId="{1A852CEC-98A5-41BE-AB9A-6FA3F46C23F6}" type="sibTrans" cxnId="{14688C62-331A-40EE-B905-9192A803D3AE}">
      <dgm:prSet/>
      <dgm:spPr/>
      <dgm:t>
        <a:bodyPr/>
        <a:lstStyle/>
        <a:p>
          <a:endParaRPr lang="en-US"/>
        </a:p>
      </dgm:t>
    </dgm:pt>
    <dgm:pt modelId="{ECF43BC4-0A29-4E41-8BB9-292A83928B4D}">
      <dgm:prSet/>
      <dgm:spPr/>
      <dgm:t>
        <a:bodyPr/>
        <a:lstStyle/>
        <a:p>
          <a:pPr>
            <a:defRPr b="1"/>
          </a:pPr>
          <a:r>
            <a:rPr lang="en-US" b="1"/>
            <a:t>ACM FAccT</a:t>
          </a:r>
          <a:endParaRPr lang="en-US"/>
        </a:p>
      </dgm:t>
    </dgm:pt>
    <dgm:pt modelId="{C9BE65D9-A970-4A6D-BCBD-3B9403B6B24E}" type="parTrans" cxnId="{7B4C8706-D19C-4051-A4FA-252904965FFA}">
      <dgm:prSet/>
      <dgm:spPr/>
      <dgm:t>
        <a:bodyPr/>
        <a:lstStyle/>
        <a:p>
          <a:endParaRPr lang="en-US"/>
        </a:p>
      </dgm:t>
    </dgm:pt>
    <dgm:pt modelId="{B66B2E16-7BEC-4248-B867-59A5BD527609}" type="sibTrans" cxnId="{7B4C8706-D19C-4051-A4FA-252904965FFA}">
      <dgm:prSet/>
      <dgm:spPr/>
      <dgm:t>
        <a:bodyPr/>
        <a:lstStyle/>
        <a:p>
          <a:endParaRPr lang="en-US"/>
        </a:p>
      </dgm:t>
    </dgm:pt>
    <dgm:pt modelId="{C203EFF7-9428-4F0A-ABA0-C096809BF628}">
      <dgm:prSet/>
      <dgm:spPr/>
      <dgm:t>
        <a:bodyPr/>
        <a:lstStyle/>
        <a:p>
          <a:r>
            <a:rPr lang="en-US"/>
            <a:t>Fairness, Accountability and Transparency</a:t>
          </a:r>
        </a:p>
      </dgm:t>
    </dgm:pt>
    <dgm:pt modelId="{162B5B94-310E-46B0-9A36-3B96657E0175}" type="parTrans" cxnId="{5F36D38C-C1AC-4343-AA34-04CED01D4925}">
      <dgm:prSet/>
      <dgm:spPr/>
      <dgm:t>
        <a:bodyPr/>
        <a:lstStyle/>
        <a:p>
          <a:endParaRPr lang="en-US"/>
        </a:p>
      </dgm:t>
    </dgm:pt>
    <dgm:pt modelId="{06345D69-0420-46EB-847A-8153B6A5A15D}" type="sibTrans" cxnId="{5F36D38C-C1AC-4343-AA34-04CED01D4925}">
      <dgm:prSet/>
      <dgm:spPr/>
      <dgm:t>
        <a:bodyPr/>
        <a:lstStyle/>
        <a:p>
          <a:endParaRPr lang="en-US"/>
        </a:p>
      </dgm:t>
    </dgm:pt>
    <dgm:pt modelId="{0FD40E27-F697-4BC7-9C58-D0F3DBFA2993}">
      <dgm:prSet/>
      <dgm:spPr/>
      <dgm:t>
        <a:bodyPr/>
        <a:lstStyle/>
        <a:p>
          <a:pPr>
            <a:defRPr b="1"/>
          </a:pPr>
          <a:r>
            <a:rPr lang="en-US" b="1"/>
            <a:t>EMNLP</a:t>
          </a:r>
          <a:endParaRPr lang="en-US"/>
        </a:p>
      </dgm:t>
    </dgm:pt>
    <dgm:pt modelId="{44035417-FAE1-4A35-9253-07D4B2A5A8D1}" type="parTrans" cxnId="{C556A54D-9469-4817-8604-EDE9FAD33813}">
      <dgm:prSet/>
      <dgm:spPr/>
      <dgm:t>
        <a:bodyPr/>
        <a:lstStyle/>
        <a:p>
          <a:endParaRPr lang="en-US"/>
        </a:p>
      </dgm:t>
    </dgm:pt>
    <dgm:pt modelId="{BA870DF5-3509-4BDE-B314-37C814CB426C}" type="sibTrans" cxnId="{C556A54D-9469-4817-8604-EDE9FAD33813}">
      <dgm:prSet/>
      <dgm:spPr/>
      <dgm:t>
        <a:bodyPr/>
        <a:lstStyle/>
        <a:p>
          <a:endParaRPr lang="en-US"/>
        </a:p>
      </dgm:t>
    </dgm:pt>
    <dgm:pt modelId="{A8A1ABA5-97C7-415F-A76C-AAD9B3028A7D}">
      <dgm:prSet/>
      <dgm:spPr/>
      <dgm:t>
        <a:bodyPr/>
        <a:lstStyle/>
        <a:p>
          <a:r>
            <a:rPr lang="en-US"/>
            <a:t>Natural Language Processing research</a:t>
          </a:r>
        </a:p>
      </dgm:t>
    </dgm:pt>
    <dgm:pt modelId="{5E25C718-D768-401D-90D4-04D8816DE753}" type="parTrans" cxnId="{F694F51C-BF4D-405C-9775-E27CE8647405}">
      <dgm:prSet/>
      <dgm:spPr/>
      <dgm:t>
        <a:bodyPr/>
        <a:lstStyle/>
        <a:p>
          <a:endParaRPr lang="en-US"/>
        </a:p>
      </dgm:t>
    </dgm:pt>
    <dgm:pt modelId="{6C53870B-8325-447D-81F2-57253B83749C}" type="sibTrans" cxnId="{F694F51C-BF4D-405C-9775-E27CE8647405}">
      <dgm:prSet/>
      <dgm:spPr/>
      <dgm:t>
        <a:bodyPr/>
        <a:lstStyle/>
        <a:p>
          <a:endParaRPr lang="en-US"/>
        </a:p>
      </dgm:t>
    </dgm:pt>
    <dgm:pt modelId="{C538DEEE-A9D0-4143-AC18-1852EAD52EB7}">
      <dgm:prSet/>
      <dgm:spPr/>
      <dgm:t>
        <a:bodyPr/>
        <a:lstStyle/>
        <a:p>
          <a:pPr>
            <a:defRPr b="1"/>
          </a:pPr>
          <a:r>
            <a:rPr lang="en-US" b="1"/>
            <a:t>ACM CHI</a:t>
          </a:r>
          <a:endParaRPr lang="en-US"/>
        </a:p>
      </dgm:t>
    </dgm:pt>
    <dgm:pt modelId="{9E6D1793-A165-42DA-A67C-2E1121968575}" type="parTrans" cxnId="{C2966E66-E475-4B2B-A651-AF62D8E1D8DE}">
      <dgm:prSet/>
      <dgm:spPr/>
      <dgm:t>
        <a:bodyPr/>
        <a:lstStyle/>
        <a:p>
          <a:endParaRPr lang="en-US"/>
        </a:p>
      </dgm:t>
    </dgm:pt>
    <dgm:pt modelId="{7B87DEB9-F357-4C78-81E0-8E1D6067BD27}" type="sibTrans" cxnId="{C2966E66-E475-4B2B-A651-AF62D8E1D8DE}">
      <dgm:prSet/>
      <dgm:spPr/>
      <dgm:t>
        <a:bodyPr/>
        <a:lstStyle/>
        <a:p>
          <a:endParaRPr lang="en-US"/>
        </a:p>
      </dgm:t>
    </dgm:pt>
    <dgm:pt modelId="{C3753B00-8080-4334-B2BB-8ECA6B464664}">
      <dgm:prSet/>
      <dgm:spPr/>
      <dgm:t>
        <a:bodyPr/>
        <a:lstStyle/>
        <a:p>
          <a:r>
            <a:rPr lang="en-US"/>
            <a:t>Human-centered AI and healthcare systems</a:t>
          </a:r>
        </a:p>
      </dgm:t>
    </dgm:pt>
    <dgm:pt modelId="{98C5AD51-7BA2-4EB4-B27F-AF43F00F6D34}" type="parTrans" cxnId="{3EBC3512-A6C1-47DC-860E-BA272FD7769F}">
      <dgm:prSet/>
      <dgm:spPr/>
      <dgm:t>
        <a:bodyPr/>
        <a:lstStyle/>
        <a:p>
          <a:endParaRPr lang="en-US"/>
        </a:p>
      </dgm:t>
    </dgm:pt>
    <dgm:pt modelId="{82A1C657-AE1E-46F7-9656-98BA6CB9E865}" type="sibTrans" cxnId="{3EBC3512-A6C1-47DC-860E-BA272FD7769F}">
      <dgm:prSet/>
      <dgm:spPr/>
      <dgm:t>
        <a:bodyPr/>
        <a:lstStyle/>
        <a:p>
          <a:endParaRPr lang="en-US"/>
        </a:p>
      </dgm:t>
    </dgm:pt>
    <dgm:pt modelId="{CB915C75-BDAA-4DA3-9330-CC81730F4847}" type="pres">
      <dgm:prSet presAssocID="{11019A75-3AC7-4E99-9FB2-F51F2C88FCB6}" presName="root" presStyleCnt="0">
        <dgm:presLayoutVars>
          <dgm:dir/>
          <dgm:resizeHandles val="exact"/>
        </dgm:presLayoutVars>
      </dgm:prSet>
      <dgm:spPr/>
    </dgm:pt>
    <dgm:pt modelId="{A1256D43-A6D5-45BA-9FA5-9ED65B1AE5F5}" type="pres">
      <dgm:prSet presAssocID="{612A7BC7-57BA-4888-9E35-4AEDE2EE1CCC}" presName="compNode" presStyleCnt="0"/>
      <dgm:spPr/>
    </dgm:pt>
    <dgm:pt modelId="{192069F6-2D9B-46A2-84CE-E14EBEEBE9BF}" type="pres">
      <dgm:prSet presAssocID="{612A7BC7-57BA-4888-9E35-4AEDE2EE1C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B1744D48-12EF-4171-BE5A-7CC8D6333383}" type="pres">
      <dgm:prSet presAssocID="{612A7BC7-57BA-4888-9E35-4AEDE2EE1CCC}" presName="iconSpace" presStyleCnt="0"/>
      <dgm:spPr/>
    </dgm:pt>
    <dgm:pt modelId="{CC6B1526-20D2-45AB-B87B-9DCDA40F169C}" type="pres">
      <dgm:prSet presAssocID="{612A7BC7-57BA-4888-9E35-4AEDE2EE1CCC}" presName="parTx" presStyleLbl="revTx" presStyleIdx="0" presStyleCnt="8">
        <dgm:presLayoutVars>
          <dgm:chMax val="0"/>
          <dgm:chPref val="0"/>
        </dgm:presLayoutVars>
      </dgm:prSet>
      <dgm:spPr/>
    </dgm:pt>
    <dgm:pt modelId="{814C9094-528F-4CA5-9EA3-A89714B8E95F}" type="pres">
      <dgm:prSet presAssocID="{612A7BC7-57BA-4888-9E35-4AEDE2EE1CCC}" presName="txSpace" presStyleCnt="0"/>
      <dgm:spPr/>
    </dgm:pt>
    <dgm:pt modelId="{E26FF86C-5667-4AE7-B3AD-6CAAE35E07EC}" type="pres">
      <dgm:prSet presAssocID="{612A7BC7-57BA-4888-9E35-4AEDE2EE1CCC}" presName="desTx" presStyleLbl="revTx" presStyleIdx="1" presStyleCnt="8">
        <dgm:presLayoutVars/>
      </dgm:prSet>
      <dgm:spPr/>
    </dgm:pt>
    <dgm:pt modelId="{EAD51632-FF7B-43FF-B576-D5E63FDB7968}" type="pres">
      <dgm:prSet presAssocID="{1A852CEC-98A5-41BE-AB9A-6FA3F46C23F6}" presName="sibTrans" presStyleCnt="0"/>
      <dgm:spPr/>
    </dgm:pt>
    <dgm:pt modelId="{03F59843-CA4A-4E74-B9B1-BBC444D1A0F1}" type="pres">
      <dgm:prSet presAssocID="{ECF43BC4-0A29-4E41-8BB9-292A83928B4D}" presName="compNode" presStyleCnt="0"/>
      <dgm:spPr/>
    </dgm:pt>
    <dgm:pt modelId="{A3B10E26-1680-4554-9DD4-B1D344DDBF2D}" type="pres">
      <dgm:prSet presAssocID="{ECF43BC4-0A29-4E41-8BB9-292A83928B4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29F67F36-67C8-4C6E-82FF-D192E8795FE7}" type="pres">
      <dgm:prSet presAssocID="{ECF43BC4-0A29-4E41-8BB9-292A83928B4D}" presName="iconSpace" presStyleCnt="0"/>
      <dgm:spPr/>
    </dgm:pt>
    <dgm:pt modelId="{3895458A-6716-4460-8EA7-40C60CEE001D}" type="pres">
      <dgm:prSet presAssocID="{ECF43BC4-0A29-4E41-8BB9-292A83928B4D}" presName="parTx" presStyleLbl="revTx" presStyleIdx="2" presStyleCnt="8">
        <dgm:presLayoutVars>
          <dgm:chMax val="0"/>
          <dgm:chPref val="0"/>
        </dgm:presLayoutVars>
      </dgm:prSet>
      <dgm:spPr/>
    </dgm:pt>
    <dgm:pt modelId="{F87B30D8-4590-47FC-B7AE-A9D4D8040E79}" type="pres">
      <dgm:prSet presAssocID="{ECF43BC4-0A29-4E41-8BB9-292A83928B4D}" presName="txSpace" presStyleCnt="0"/>
      <dgm:spPr/>
    </dgm:pt>
    <dgm:pt modelId="{9C111E81-9C2C-4BF0-943F-DD6BB69B6890}" type="pres">
      <dgm:prSet presAssocID="{ECF43BC4-0A29-4E41-8BB9-292A83928B4D}" presName="desTx" presStyleLbl="revTx" presStyleIdx="3" presStyleCnt="8">
        <dgm:presLayoutVars/>
      </dgm:prSet>
      <dgm:spPr/>
    </dgm:pt>
    <dgm:pt modelId="{FB839B64-7FBF-4C0F-80B9-94C372C41A4B}" type="pres">
      <dgm:prSet presAssocID="{B66B2E16-7BEC-4248-B867-59A5BD527609}" presName="sibTrans" presStyleCnt="0"/>
      <dgm:spPr/>
    </dgm:pt>
    <dgm:pt modelId="{E2EBE8A9-33D5-464C-9F34-80BA2FC49C57}" type="pres">
      <dgm:prSet presAssocID="{0FD40E27-F697-4BC7-9C58-D0F3DBFA2993}" presName="compNode" presStyleCnt="0"/>
      <dgm:spPr/>
    </dgm:pt>
    <dgm:pt modelId="{89EE97AA-2436-4D10-BEFF-3A63F5385414}" type="pres">
      <dgm:prSet presAssocID="{0FD40E27-F697-4BC7-9C58-D0F3DBFA29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4C4B12D-4CF2-416A-B7EB-7D1C50E8760C}" type="pres">
      <dgm:prSet presAssocID="{0FD40E27-F697-4BC7-9C58-D0F3DBFA2993}" presName="iconSpace" presStyleCnt="0"/>
      <dgm:spPr/>
    </dgm:pt>
    <dgm:pt modelId="{ECEDC2CC-A0B7-4540-8CB3-703140C1FB8F}" type="pres">
      <dgm:prSet presAssocID="{0FD40E27-F697-4BC7-9C58-D0F3DBFA2993}" presName="parTx" presStyleLbl="revTx" presStyleIdx="4" presStyleCnt="8">
        <dgm:presLayoutVars>
          <dgm:chMax val="0"/>
          <dgm:chPref val="0"/>
        </dgm:presLayoutVars>
      </dgm:prSet>
      <dgm:spPr/>
    </dgm:pt>
    <dgm:pt modelId="{EBA49EAC-C352-4281-BE70-19048A2ED56E}" type="pres">
      <dgm:prSet presAssocID="{0FD40E27-F697-4BC7-9C58-D0F3DBFA2993}" presName="txSpace" presStyleCnt="0"/>
      <dgm:spPr/>
    </dgm:pt>
    <dgm:pt modelId="{B701ACB4-1060-4292-99AD-DEE0E70324D1}" type="pres">
      <dgm:prSet presAssocID="{0FD40E27-F697-4BC7-9C58-D0F3DBFA2993}" presName="desTx" presStyleLbl="revTx" presStyleIdx="5" presStyleCnt="8">
        <dgm:presLayoutVars/>
      </dgm:prSet>
      <dgm:spPr/>
    </dgm:pt>
    <dgm:pt modelId="{9FDDF91D-B92A-4890-AFCD-48FB5B78246C}" type="pres">
      <dgm:prSet presAssocID="{BA870DF5-3509-4BDE-B314-37C814CB426C}" presName="sibTrans" presStyleCnt="0"/>
      <dgm:spPr/>
    </dgm:pt>
    <dgm:pt modelId="{4EBB14E6-A3B2-47FA-9955-862FAE1F238B}" type="pres">
      <dgm:prSet presAssocID="{C538DEEE-A9D0-4143-AC18-1852EAD52EB7}" presName="compNode" presStyleCnt="0"/>
      <dgm:spPr/>
    </dgm:pt>
    <dgm:pt modelId="{215A1517-81C3-42E2-8120-988C970E6C32}" type="pres">
      <dgm:prSet presAssocID="{C538DEEE-A9D0-4143-AC18-1852EAD52E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2262519C-272A-4BF1-B500-872CB86EDF60}" type="pres">
      <dgm:prSet presAssocID="{C538DEEE-A9D0-4143-AC18-1852EAD52EB7}" presName="iconSpace" presStyleCnt="0"/>
      <dgm:spPr/>
    </dgm:pt>
    <dgm:pt modelId="{3F32F5BE-E308-4FDF-9995-4B9903316DA7}" type="pres">
      <dgm:prSet presAssocID="{C538DEEE-A9D0-4143-AC18-1852EAD52EB7}" presName="parTx" presStyleLbl="revTx" presStyleIdx="6" presStyleCnt="8">
        <dgm:presLayoutVars>
          <dgm:chMax val="0"/>
          <dgm:chPref val="0"/>
        </dgm:presLayoutVars>
      </dgm:prSet>
      <dgm:spPr/>
    </dgm:pt>
    <dgm:pt modelId="{9ED9444E-1EE7-400D-91EA-D922D31A3B2B}" type="pres">
      <dgm:prSet presAssocID="{C538DEEE-A9D0-4143-AC18-1852EAD52EB7}" presName="txSpace" presStyleCnt="0"/>
      <dgm:spPr/>
    </dgm:pt>
    <dgm:pt modelId="{C6F5DBF9-0E29-4261-A46A-F1FD6F3A04E7}" type="pres">
      <dgm:prSet presAssocID="{C538DEEE-A9D0-4143-AC18-1852EAD52EB7}" presName="desTx" presStyleLbl="revTx" presStyleIdx="7" presStyleCnt="8">
        <dgm:presLayoutVars/>
      </dgm:prSet>
      <dgm:spPr/>
    </dgm:pt>
  </dgm:ptLst>
  <dgm:cxnLst>
    <dgm:cxn modelId="{7B4C8706-D19C-4051-A4FA-252904965FFA}" srcId="{11019A75-3AC7-4E99-9FB2-F51F2C88FCB6}" destId="{ECF43BC4-0A29-4E41-8BB9-292A83928B4D}" srcOrd="1" destOrd="0" parTransId="{C9BE65D9-A970-4A6D-BCBD-3B9403B6B24E}" sibTransId="{B66B2E16-7BEC-4248-B867-59A5BD527609}"/>
    <dgm:cxn modelId="{E73C0B09-605B-4826-B260-4CD3E316086D}" type="presOf" srcId="{ECF43BC4-0A29-4E41-8BB9-292A83928B4D}" destId="{3895458A-6716-4460-8EA7-40C60CEE001D}" srcOrd="0" destOrd="0" presId="urn:microsoft.com/office/officeart/2018/5/layout/CenteredIconLabelDescriptionList"/>
    <dgm:cxn modelId="{01777B0A-ADB8-4A89-963B-4343596D0285}" type="presOf" srcId="{C538DEEE-A9D0-4143-AC18-1852EAD52EB7}" destId="{3F32F5BE-E308-4FDF-9995-4B9903316DA7}" srcOrd="0" destOrd="0" presId="urn:microsoft.com/office/officeart/2018/5/layout/CenteredIconLabelDescriptionList"/>
    <dgm:cxn modelId="{3EBC3512-A6C1-47DC-860E-BA272FD7769F}" srcId="{C538DEEE-A9D0-4143-AC18-1852EAD52EB7}" destId="{C3753B00-8080-4334-B2BB-8ECA6B464664}" srcOrd="0" destOrd="0" parTransId="{98C5AD51-7BA2-4EB4-B27F-AF43F00F6D34}" sibTransId="{82A1C657-AE1E-46F7-9656-98BA6CB9E865}"/>
    <dgm:cxn modelId="{F694F51C-BF4D-405C-9775-E27CE8647405}" srcId="{0FD40E27-F697-4BC7-9C58-D0F3DBFA2993}" destId="{A8A1ABA5-97C7-415F-A76C-AAD9B3028A7D}" srcOrd="0" destOrd="0" parTransId="{5E25C718-D768-401D-90D4-04D8816DE753}" sibTransId="{6C53870B-8325-447D-81F2-57253B83749C}"/>
    <dgm:cxn modelId="{26071F29-ACAC-4720-BEAC-7CF7700238C5}" type="presOf" srcId="{C203EFF7-9428-4F0A-ABA0-C096809BF628}" destId="{9C111E81-9C2C-4BF0-943F-DD6BB69B6890}" srcOrd="0" destOrd="0" presId="urn:microsoft.com/office/officeart/2018/5/layout/CenteredIconLabelDescriptionList"/>
    <dgm:cxn modelId="{3113E13E-37CB-4F5D-846C-9DFE2B42BC10}" type="presOf" srcId="{11019A75-3AC7-4E99-9FB2-F51F2C88FCB6}" destId="{CB915C75-BDAA-4DA3-9330-CC81730F4847}" srcOrd="0" destOrd="0" presId="urn:microsoft.com/office/officeart/2018/5/layout/CenteredIconLabelDescriptionList"/>
    <dgm:cxn modelId="{14688C62-331A-40EE-B905-9192A803D3AE}" srcId="{11019A75-3AC7-4E99-9FB2-F51F2C88FCB6}" destId="{612A7BC7-57BA-4888-9E35-4AEDE2EE1CCC}" srcOrd="0" destOrd="0" parTransId="{08D0A23A-901B-46BD-B156-7BBB61EB5F6C}" sibTransId="{1A852CEC-98A5-41BE-AB9A-6FA3F46C23F6}"/>
    <dgm:cxn modelId="{C2966E66-E475-4B2B-A651-AF62D8E1D8DE}" srcId="{11019A75-3AC7-4E99-9FB2-F51F2C88FCB6}" destId="{C538DEEE-A9D0-4143-AC18-1852EAD52EB7}" srcOrd="3" destOrd="0" parTransId="{9E6D1793-A165-42DA-A67C-2E1121968575}" sibTransId="{7B87DEB9-F357-4C78-81E0-8E1D6067BD27}"/>
    <dgm:cxn modelId="{A612586A-E5E4-49BC-BE0E-F16499580142}" type="presOf" srcId="{A8A1ABA5-97C7-415F-A76C-AAD9B3028A7D}" destId="{B701ACB4-1060-4292-99AD-DEE0E70324D1}" srcOrd="0" destOrd="0" presId="urn:microsoft.com/office/officeart/2018/5/layout/CenteredIconLabelDescriptionList"/>
    <dgm:cxn modelId="{C556A54D-9469-4817-8604-EDE9FAD33813}" srcId="{11019A75-3AC7-4E99-9FB2-F51F2C88FCB6}" destId="{0FD40E27-F697-4BC7-9C58-D0F3DBFA2993}" srcOrd="2" destOrd="0" parTransId="{44035417-FAE1-4A35-9253-07D4B2A5A8D1}" sibTransId="{BA870DF5-3509-4BDE-B314-37C814CB426C}"/>
    <dgm:cxn modelId="{A5AC6981-21FE-4B93-8EDD-9068CC961839}" type="presOf" srcId="{C3753B00-8080-4334-B2BB-8ECA6B464664}" destId="{C6F5DBF9-0E29-4261-A46A-F1FD6F3A04E7}" srcOrd="0" destOrd="0" presId="urn:microsoft.com/office/officeart/2018/5/layout/CenteredIconLabelDescriptionList"/>
    <dgm:cxn modelId="{5F36D38C-C1AC-4343-AA34-04CED01D4925}" srcId="{ECF43BC4-0A29-4E41-8BB9-292A83928B4D}" destId="{C203EFF7-9428-4F0A-ABA0-C096809BF628}" srcOrd="0" destOrd="0" parTransId="{162B5B94-310E-46B0-9A36-3B96657E0175}" sibTransId="{06345D69-0420-46EB-847A-8153B6A5A15D}"/>
    <dgm:cxn modelId="{F6AF138E-B303-4ABA-83BB-4EAABB469BA0}" type="presOf" srcId="{0FD40E27-F697-4BC7-9C58-D0F3DBFA2993}" destId="{ECEDC2CC-A0B7-4540-8CB3-703140C1FB8F}" srcOrd="0" destOrd="0" presId="urn:microsoft.com/office/officeart/2018/5/layout/CenteredIconLabelDescriptionList"/>
    <dgm:cxn modelId="{47241DB4-71BC-44C5-BA13-DF92C305C657}" type="presOf" srcId="{612A7BC7-57BA-4888-9E35-4AEDE2EE1CCC}" destId="{CC6B1526-20D2-45AB-B87B-9DCDA40F169C}" srcOrd="0" destOrd="0" presId="urn:microsoft.com/office/officeart/2018/5/layout/CenteredIconLabelDescriptionList"/>
    <dgm:cxn modelId="{7760B42C-5798-446B-A224-BB1D6313C443}" type="presParOf" srcId="{CB915C75-BDAA-4DA3-9330-CC81730F4847}" destId="{A1256D43-A6D5-45BA-9FA5-9ED65B1AE5F5}" srcOrd="0" destOrd="0" presId="urn:microsoft.com/office/officeart/2018/5/layout/CenteredIconLabelDescriptionList"/>
    <dgm:cxn modelId="{B4E60C47-59B0-4B8C-9B3A-4F4D55FDAB07}" type="presParOf" srcId="{A1256D43-A6D5-45BA-9FA5-9ED65B1AE5F5}" destId="{192069F6-2D9B-46A2-84CE-E14EBEEBE9BF}" srcOrd="0" destOrd="0" presId="urn:microsoft.com/office/officeart/2018/5/layout/CenteredIconLabelDescriptionList"/>
    <dgm:cxn modelId="{F4279A39-620F-48DD-B7AC-AF271E188AF6}" type="presParOf" srcId="{A1256D43-A6D5-45BA-9FA5-9ED65B1AE5F5}" destId="{B1744D48-12EF-4171-BE5A-7CC8D6333383}" srcOrd="1" destOrd="0" presId="urn:microsoft.com/office/officeart/2018/5/layout/CenteredIconLabelDescriptionList"/>
    <dgm:cxn modelId="{E2133CC4-12AA-4133-8DD5-FD56A4B26C85}" type="presParOf" srcId="{A1256D43-A6D5-45BA-9FA5-9ED65B1AE5F5}" destId="{CC6B1526-20D2-45AB-B87B-9DCDA40F169C}" srcOrd="2" destOrd="0" presId="urn:microsoft.com/office/officeart/2018/5/layout/CenteredIconLabelDescriptionList"/>
    <dgm:cxn modelId="{DDDA7A65-0A4B-498B-B130-AE0BBF2B5417}" type="presParOf" srcId="{A1256D43-A6D5-45BA-9FA5-9ED65B1AE5F5}" destId="{814C9094-528F-4CA5-9EA3-A89714B8E95F}" srcOrd="3" destOrd="0" presId="urn:microsoft.com/office/officeart/2018/5/layout/CenteredIconLabelDescriptionList"/>
    <dgm:cxn modelId="{2C933016-2A22-4F86-ABFD-3BD7A397BFAF}" type="presParOf" srcId="{A1256D43-A6D5-45BA-9FA5-9ED65B1AE5F5}" destId="{E26FF86C-5667-4AE7-B3AD-6CAAE35E07EC}" srcOrd="4" destOrd="0" presId="urn:microsoft.com/office/officeart/2018/5/layout/CenteredIconLabelDescriptionList"/>
    <dgm:cxn modelId="{D98F5EFA-7F1E-4830-A2E5-21ED56BF846E}" type="presParOf" srcId="{CB915C75-BDAA-4DA3-9330-CC81730F4847}" destId="{EAD51632-FF7B-43FF-B576-D5E63FDB7968}" srcOrd="1" destOrd="0" presId="urn:microsoft.com/office/officeart/2018/5/layout/CenteredIconLabelDescriptionList"/>
    <dgm:cxn modelId="{89AF3D47-3241-4229-B4CC-3244EBF5DAD7}" type="presParOf" srcId="{CB915C75-BDAA-4DA3-9330-CC81730F4847}" destId="{03F59843-CA4A-4E74-B9B1-BBC444D1A0F1}" srcOrd="2" destOrd="0" presId="urn:microsoft.com/office/officeart/2018/5/layout/CenteredIconLabelDescriptionList"/>
    <dgm:cxn modelId="{855C8771-C590-4D3C-B8F5-795B9D50184D}" type="presParOf" srcId="{03F59843-CA4A-4E74-B9B1-BBC444D1A0F1}" destId="{A3B10E26-1680-4554-9DD4-B1D344DDBF2D}" srcOrd="0" destOrd="0" presId="urn:microsoft.com/office/officeart/2018/5/layout/CenteredIconLabelDescriptionList"/>
    <dgm:cxn modelId="{CA79A7B9-9A65-4C57-99DC-4F99E5632A86}" type="presParOf" srcId="{03F59843-CA4A-4E74-B9B1-BBC444D1A0F1}" destId="{29F67F36-67C8-4C6E-82FF-D192E8795FE7}" srcOrd="1" destOrd="0" presId="urn:microsoft.com/office/officeart/2018/5/layout/CenteredIconLabelDescriptionList"/>
    <dgm:cxn modelId="{D401840B-F13D-4DBA-9066-D374DC673F27}" type="presParOf" srcId="{03F59843-CA4A-4E74-B9B1-BBC444D1A0F1}" destId="{3895458A-6716-4460-8EA7-40C60CEE001D}" srcOrd="2" destOrd="0" presId="urn:microsoft.com/office/officeart/2018/5/layout/CenteredIconLabelDescriptionList"/>
    <dgm:cxn modelId="{1154F951-5854-49CA-8612-FC9DB28A2C23}" type="presParOf" srcId="{03F59843-CA4A-4E74-B9B1-BBC444D1A0F1}" destId="{F87B30D8-4590-47FC-B7AE-A9D4D8040E79}" srcOrd="3" destOrd="0" presId="urn:microsoft.com/office/officeart/2018/5/layout/CenteredIconLabelDescriptionList"/>
    <dgm:cxn modelId="{E05D6308-98A0-4F8A-83A0-EA56D8408509}" type="presParOf" srcId="{03F59843-CA4A-4E74-B9B1-BBC444D1A0F1}" destId="{9C111E81-9C2C-4BF0-943F-DD6BB69B6890}" srcOrd="4" destOrd="0" presId="urn:microsoft.com/office/officeart/2018/5/layout/CenteredIconLabelDescriptionList"/>
    <dgm:cxn modelId="{A2085BBD-E4D9-4B58-858A-512081AAFF7A}" type="presParOf" srcId="{CB915C75-BDAA-4DA3-9330-CC81730F4847}" destId="{FB839B64-7FBF-4C0F-80B9-94C372C41A4B}" srcOrd="3" destOrd="0" presId="urn:microsoft.com/office/officeart/2018/5/layout/CenteredIconLabelDescriptionList"/>
    <dgm:cxn modelId="{D7F2ECF8-6356-458A-89D3-957A88AE836F}" type="presParOf" srcId="{CB915C75-BDAA-4DA3-9330-CC81730F4847}" destId="{E2EBE8A9-33D5-464C-9F34-80BA2FC49C57}" srcOrd="4" destOrd="0" presId="urn:microsoft.com/office/officeart/2018/5/layout/CenteredIconLabelDescriptionList"/>
    <dgm:cxn modelId="{0F0B1C55-2DF6-4819-ACD4-A2FB496843BA}" type="presParOf" srcId="{E2EBE8A9-33D5-464C-9F34-80BA2FC49C57}" destId="{89EE97AA-2436-4D10-BEFF-3A63F5385414}" srcOrd="0" destOrd="0" presId="urn:microsoft.com/office/officeart/2018/5/layout/CenteredIconLabelDescriptionList"/>
    <dgm:cxn modelId="{358D4732-1937-46AD-A9A0-E1F8DA11F2FF}" type="presParOf" srcId="{E2EBE8A9-33D5-464C-9F34-80BA2FC49C57}" destId="{D4C4B12D-4CF2-416A-B7EB-7D1C50E8760C}" srcOrd="1" destOrd="0" presId="urn:microsoft.com/office/officeart/2018/5/layout/CenteredIconLabelDescriptionList"/>
    <dgm:cxn modelId="{EA353215-A0D7-43E0-8995-5E51AD88BB30}" type="presParOf" srcId="{E2EBE8A9-33D5-464C-9F34-80BA2FC49C57}" destId="{ECEDC2CC-A0B7-4540-8CB3-703140C1FB8F}" srcOrd="2" destOrd="0" presId="urn:microsoft.com/office/officeart/2018/5/layout/CenteredIconLabelDescriptionList"/>
    <dgm:cxn modelId="{E64D4CC6-3FD1-46DA-B138-F3ECA99E8DE5}" type="presParOf" srcId="{E2EBE8A9-33D5-464C-9F34-80BA2FC49C57}" destId="{EBA49EAC-C352-4281-BE70-19048A2ED56E}" srcOrd="3" destOrd="0" presId="urn:microsoft.com/office/officeart/2018/5/layout/CenteredIconLabelDescriptionList"/>
    <dgm:cxn modelId="{BA934FAB-B08D-41FD-AE16-6398995F975A}" type="presParOf" srcId="{E2EBE8A9-33D5-464C-9F34-80BA2FC49C57}" destId="{B701ACB4-1060-4292-99AD-DEE0E70324D1}" srcOrd="4" destOrd="0" presId="urn:microsoft.com/office/officeart/2018/5/layout/CenteredIconLabelDescriptionList"/>
    <dgm:cxn modelId="{F2E1DE66-A6BD-40AA-B816-644F0B2A2995}" type="presParOf" srcId="{CB915C75-BDAA-4DA3-9330-CC81730F4847}" destId="{9FDDF91D-B92A-4890-AFCD-48FB5B78246C}" srcOrd="5" destOrd="0" presId="urn:microsoft.com/office/officeart/2018/5/layout/CenteredIconLabelDescriptionList"/>
    <dgm:cxn modelId="{BB1B1EA5-0F73-42B5-87B7-3F0D52F24B99}" type="presParOf" srcId="{CB915C75-BDAA-4DA3-9330-CC81730F4847}" destId="{4EBB14E6-A3B2-47FA-9955-862FAE1F238B}" srcOrd="6" destOrd="0" presId="urn:microsoft.com/office/officeart/2018/5/layout/CenteredIconLabelDescriptionList"/>
    <dgm:cxn modelId="{61413B05-DCB5-4F9C-8C72-751CC7DAC56F}" type="presParOf" srcId="{4EBB14E6-A3B2-47FA-9955-862FAE1F238B}" destId="{215A1517-81C3-42E2-8120-988C970E6C32}" srcOrd="0" destOrd="0" presId="urn:microsoft.com/office/officeart/2018/5/layout/CenteredIconLabelDescriptionList"/>
    <dgm:cxn modelId="{8B92B0B8-C52E-48D3-A7AC-BBC1E92BF3F8}" type="presParOf" srcId="{4EBB14E6-A3B2-47FA-9955-862FAE1F238B}" destId="{2262519C-272A-4BF1-B500-872CB86EDF60}" srcOrd="1" destOrd="0" presId="urn:microsoft.com/office/officeart/2018/5/layout/CenteredIconLabelDescriptionList"/>
    <dgm:cxn modelId="{4BE8B307-DFD3-4268-A61D-757167600941}" type="presParOf" srcId="{4EBB14E6-A3B2-47FA-9955-862FAE1F238B}" destId="{3F32F5BE-E308-4FDF-9995-4B9903316DA7}" srcOrd="2" destOrd="0" presId="urn:microsoft.com/office/officeart/2018/5/layout/CenteredIconLabelDescriptionList"/>
    <dgm:cxn modelId="{522AAEFC-D9C9-4306-B302-63C93C92ECE3}" type="presParOf" srcId="{4EBB14E6-A3B2-47FA-9955-862FAE1F238B}" destId="{9ED9444E-1EE7-400D-91EA-D922D31A3B2B}" srcOrd="3" destOrd="0" presId="urn:microsoft.com/office/officeart/2018/5/layout/CenteredIconLabelDescriptionList"/>
    <dgm:cxn modelId="{9DA325EA-EF45-41BD-BDC3-0BF4DF05B709}" type="presParOf" srcId="{4EBB14E6-A3B2-47FA-9955-862FAE1F238B}" destId="{C6F5DBF9-0E29-4261-A46A-F1FD6F3A04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3D56B-34FB-451D-9C11-07D98B0D7651}">
      <dsp:nvSpPr>
        <dsp:cNvPr id="0" name=""/>
        <dsp:cNvSpPr/>
      </dsp:nvSpPr>
      <dsp:spPr>
        <a:xfrm>
          <a:off x="2151532" y="871891"/>
          <a:ext cx="4633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54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0860" y="915141"/>
        <a:ext cx="24697" cy="4939"/>
      </dsp:txXfrm>
    </dsp:sp>
    <dsp:sp modelId="{CE1AB9A2-69CF-490D-9386-1EC3ABCDF50B}">
      <dsp:nvSpPr>
        <dsp:cNvPr id="0" name=""/>
        <dsp:cNvSpPr/>
      </dsp:nvSpPr>
      <dsp:spPr>
        <a:xfrm>
          <a:off x="5705" y="273323"/>
          <a:ext cx="2147627" cy="128857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36" tIns="110463" rIns="105236" bIns="1104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The paper uses </a:t>
          </a:r>
          <a:r>
            <a:rPr lang="en-PK" sz="1900" b="1" i="0" kern="1200" baseline="0"/>
            <a:t>semantic-preserving perturbations</a:t>
          </a:r>
          <a:r>
            <a:rPr lang="en-PK" sz="1900" b="0" i="0" kern="1200" baseline="0"/>
            <a:t>.</a:t>
          </a:r>
          <a:endParaRPr lang="en-US" sz="1900" kern="1200"/>
        </a:p>
      </dsp:txBody>
      <dsp:txXfrm>
        <a:off x="5705" y="273323"/>
        <a:ext cx="2147627" cy="1288576"/>
      </dsp:txXfrm>
    </dsp:sp>
    <dsp:sp modelId="{38008DD2-EB51-43AA-935F-AFB5B68E59CD}">
      <dsp:nvSpPr>
        <dsp:cNvPr id="0" name=""/>
        <dsp:cNvSpPr/>
      </dsp:nvSpPr>
      <dsp:spPr>
        <a:xfrm>
          <a:off x="4793114" y="871891"/>
          <a:ext cx="4633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54" y="45720"/>
              </a:lnTo>
            </a:path>
          </a:pathLst>
        </a:custGeom>
        <a:noFill/>
        <a:ln w="6350" cap="flat" cmpd="sng" algn="ctr">
          <a:solidFill>
            <a:schemeClr val="accent2">
              <a:hueOff val="-81443"/>
              <a:satOff val="-698"/>
              <a:lumOff val="-462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12442" y="915141"/>
        <a:ext cx="24697" cy="4939"/>
      </dsp:txXfrm>
    </dsp:sp>
    <dsp:sp modelId="{0E963FF8-6D7D-46EE-8A27-5885B47D271B}">
      <dsp:nvSpPr>
        <dsp:cNvPr id="0" name=""/>
        <dsp:cNvSpPr/>
      </dsp:nvSpPr>
      <dsp:spPr>
        <a:xfrm>
          <a:off x="2647286" y="273323"/>
          <a:ext cx="2147627" cy="1288576"/>
        </a:xfrm>
        <a:prstGeom prst="rect">
          <a:avLst/>
        </a:prstGeom>
        <a:solidFill>
          <a:schemeClr val="accent2">
            <a:hueOff val="-67869"/>
            <a:satOff val="-582"/>
            <a:lumOff val="-38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36" tIns="110463" rIns="105236" bIns="1104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Meaning:</a:t>
          </a:r>
          <a:endParaRPr lang="en-US" sz="1900" kern="1200"/>
        </a:p>
      </dsp:txBody>
      <dsp:txXfrm>
        <a:off x="2647286" y="273323"/>
        <a:ext cx="2147627" cy="1288576"/>
      </dsp:txXfrm>
    </dsp:sp>
    <dsp:sp modelId="{A6821E77-8ACE-43F7-BA78-35C2D996F82E}">
      <dsp:nvSpPr>
        <dsp:cNvPr id="0" name=""/>
        <dsp:cNvSpPr/>
      </dsp:nvSpPr>
      <dsp:spPr>
        <a:xfrm>
          <a:off x="1079518" y="1560099"/>
          <a:ext cx="5283163" cy="463354"/>
        </a:xfrm>
        <a:custGeom>
          <a:avLst/>
          <a:gdLst/>
          <a:ahLst/>
          <a:cxnLst/>
          <a:rect l="0" t="0" r="0" b="0"/>
          <a:pathLst>
            <a:path>
              <a:moveTo>
                <a:pt x="5283163" y="0"/>
              </a:moveTo>
              <a:lnTo>
                <a:pt x="5283163" y="248777"/>
              </a:lnTo>
              <a:lnTo>
                <a:pt x="0" y="248777"/>
              </a:lnTo>
              <a:lnTo>
                <a:pt x="0" y="463354"/>
              </a:lnTo>
            </a:path>
          </a:pathLst>
        </a:custGeom>
        <a:noFill/>
        <a:ln w="6350" cap="flat" cmpd="sng" algn="ctr">
          <a:solidFill>
            <a:schemeClr val="accent2">
              <a:hueOff val="-162885"/>
              <a:satOff val="-1396"/>
              <a:lumOff val="-925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8445" y="1789306"/>
        <a:ext cx="265310" cy="4939"/>
      </dsp:txXfrm>
    </dsp:sp>
    <dsp:sp modelId="{F4BC84F0-6FEC-421C-87A1-E10A8C12F8C1}">
      <dsp:nvSpPr>
        <dsp:cNvPr id="0" name=""/>
        <dsp:cNvSpPr/>
      </dsp:nvSpPr>
      <dsp:spPr>
        <a:xfrm>
          <a:off x="5288868" y="273323"/>
          <a:ext cx="2147627" cy="1288576"/>
        </a:xfrm>
        <a:prstGeom prst="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36" tIns="110463" rIns="105236" bIns="1104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Change </a:t>
          </a:r>
          <a:r>
            <a:rPr lang="en-PK" sz="1900" b="1" i="0" kern="1200" baseline="0"/>
            <a:t>how a patient writes</a:t>
          </a:r>
          <a:r>
            <a:rPr lang="en-PK" sz="1900" b="0" i="0" kern="1200" baseline="0"/>
            <a:t>, without changing symptoms.</a:t>
          </a:r>
          <a:endParaRPr lang="en-US" sz="1900" kern="1200"/>
        </a:p>
      </dsp:txBody>
      <dsp:txXfrm>
        <a:off x="5288868" y="273323"/>
        <a:ext cx="2147627" cy="1288576"/>
      </dsp:txXfrm>
    </dsp:sp>
    <dsp:sp modelId="{4238D21D-BAA6-4B70-8536-BB65C4E507EB}">
      <dsp:nvSpPr>
        <dsp:cNvPr id="0" name=""/>
        <dsp:cNvSpPr/>
      </dsp:nvSpPr>
      <dsp:spPr>
        <a:xfrm>
          <a:off x="2151532" y="2654422"/>
          <a:ext cx="4633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54" y="45720"/>
              </a:lnTo>
            </a:path>
          </a:pathLst>
        </a:custGeom>
        <a:noFill/>
        <a:ln w="6350" cap="flat" cmpd="sng" algn="ctr">
          <a:solidFill>
            <a:schemeClr val="accent2">
              <a:hueOff val="-244328"/>
              <a:satOff val="-2094"/>
              <a:lumOff val="-1388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0860" y="2697672"/>
        <a:ext cx="24697" cy="4939"/>
      </dsp:txXfrm>
    </dsp:sp>
    <dsp:sp modelId="{741E9D13-2E2F-400E-8D1E-E29835879B0D}">
      <dsp:nvSpPr>
        <dsp:cNvPr id="0" name=""/>
        <dsp:cNvSpPr/>
      </dsp:nvSpPr>
      <dsp:spPr>
        <a:xfrm>
          <a:off x="5705" y="2055853"/>
          <a:ext cx="2147627" cy="1288576"/>
        </a:xfrm>
        <a:prstGeom prst="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36" tIns="110463" rIns="105236" bIns="1104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Example:</a:t>
          </a:r>
          <a:endParaRPr lang="en-US" sz="1900" kern="1200"/>
        </a:p>
      </dsp:txBody>
      <dsp:txXfrm>
        <a:off x="5705" y="2055853"/>
        <a:ext cx="2147627" cy="1288576"/>
      </dsp:txXfrm>
    </dsp:sp>
    <dsp:sp modelId="{8B4CAA58-6FCB-4FBB-BD94-ED9F7D6DA039}">
      <dsp:nvSpPr>
        <dsp:cNvPr id="0" name=""/>
        <dsp:cNvSpPr/>
      </dsp:nvSpPr>
      <dsp:spPr>
        <a:xfrm>
          <a:off x="4793114" y="2654422"/>
          <a:ext cx="4633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3354" y="45720"/>
              </a:lnTo>
            </a:path>
          </a:pathLst>
        </a:custGeom>
        <a:noFill/>
        <a:ln w="6350" cap="flat" cmpd="sng" algn="ctr">
          <a:solidFill>
            <a:schemeClr val="accent2">
              <a:hueOff val="-325770"/>
              <a:satOff val="-2792"/>
              <a:lumOff val="-1851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12442" y="2697672"/>
        <a:ext cx="24697" cy="4939"/>
      </dsp:txXfrm>
    </dsp:sp>
    <dsp:sp modelId="{74E9C61E-AF9C-4101-9C28-9FB3C5EC25D1}">
      <dsp:nvSpPr>
        <dsp:cNvPr id="0" name=""/>
        <dsp:cNvSpPr/>
      </dsp:nvSpPr>
      <dsp:spPr>
        <a:xfrm>
          <a:off x="2647286" y="2055853"/>
          <a:ext cx="2147627" cy="1288576"/>
        </a:xfrm>
        <a:prstGeom prst="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36" tIns="110463" rIns="105236" bIns="110463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Original message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b="0" i="0" kern="1200" baseline="0"/>
            <a:t>I have severe chest pain and shortness of breath.</a:t>
          </a:r>
          <a:endParaRPr lang="en-US" sz="1500" kern="1200"/>
        </a:p>
      </dsp:txBody>
      <dsp:txXfrm>
        <a:off x="2647286" y="2055853"/>
        <a:ext cx="2147627" cy="1288576"/>
      </dsp:txXfrm>
    </dsp:sp>
    <dsp:sp modelId="{3C248E96-22C4-467F-A281-51443BCCCA83}">
      <dsp:nvSpPr>
        <dsp:cNvPr id="0" name=""/>
        <dsp:cNvSpPr/>
      </dsp:nvSpPr>
      <dsp:spPr>
        <a:xfrm>
          <a:off x="1079518" y="3342630"/>
          <a:ext cx="5283163" cy="463354"/>
        </a:xfrm>
        <a:custGeom>
          <a:avLst/>
          <a:gdLst/>
          <a:ahLst/>
          <a:cxnLst/>
          <a:rect l="0" t="0" r="0" b="0"/>
          <a:pathLst>
            <a:path>
              <a:moveTo>
                <a:pt x="5283163" y="0"/>
              </a:moveTo>
              <a:lnTo>
                <a:pt x="5283163" y="248777"/>
              </a:lnTo>
              <a:lnTo>
                <a:pt x="0" y="248777"/>
              </a:lnTo>
              <a:lnTo>
                <a:pt x="0" y="463354"/>
              </a:lnTo>
            </a:path>
          </a:pathLst>
        </a:custGeom>
        <a:noFill/>
        <a:ln w="635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8445" y="3571837"/>
        <a:ext cx="265310" cy="4939"/>
      </dsp:txXfrm>
    </dsp:sp>
    <dsp:sp modelId="{76414BD3-EA2F-4387-8E78-C174B30E5456}">
      <dsp:nvSpPr>
        <dsp:cNvPr id="0" name=""/>
        <dsp:cNvSpPr/>
      </dsp:nvSpPr>
      <dsp:spPr>
        <a:xfrm>
          <a:off x="5288868" y="2055853"/>
          <a:ext cx="2147627" cy="1288576"/>
        </a:xfrm>
        <a:prstGeom prst="rect">
          <a:avLst/>
        </a:prstGeom>
        <a:solidFill>
          <a:schemeClr val="accent2">
            <a:hueOff val="-339344"/>
            <a:satOff val="-2908"/>
            <a:lumOff val="-192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36" tIns="110463" rIns="105236" bIns="110463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Perturbed message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b="0" i="0" kern="1200" baseline="0"/>
            <a:t>umm I think I have chest pain and can't breathe properly :(</a:t>
          </a:r>
          <a:endParaRPr lang="en-US" sz="1500" kern="1200"/>
        </a:p>
      </dsp:txBody>
      <dsp:txXfrm>
        <a:off x="5288868" y="2055853"/>
        <a:ext cx="2147627" cy="1288576"/>
      </dsp:txXfrm>
    </dsp:sp>
    <dsp:sp modelId="{04613980-8FF5-4594-9EAD-C606CCAB59DA}">
      <dsp:nvSpPr>
        <dsp:cNvPr id="0" name=""/>
        <dsp:cNvSpPr/>
      </dsp:nvSpPr>
      <dsp:spPr>
        <a:xfrm>
          <a:off x="5705" y="3838384"/>
          <a:ext cx="2147627" cy="1288576"/>
        </a:xfrm>
        <a:prstGeom prst="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236" tIns="110463" rIns="105236" bIns="1104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900" b="0" i="0" kern="1200" baseline="0"/>
            <a:t>Symptoms remain the </a:t>
          </a:r>
          <a:r>
            <a:rPr lang="en-PK" sz="1900" b="1" i="0" kern="1200" baseline="0"/>
            <a:t>same</a:t>
          </a:r>
          <a:r>
            <a:rPr lang="en-PK" sz="1900" b="0" i="0" kern="1200" baseline="0"/>
            <a:t>.</a:t>
          </a:r>
          <a:endParaRPr lang="en-US" sz="1900" kern="1200"/>
        </a:p>
      </dsp:txBody>
      <dsp:txXfrm>
        <a:off x="5705" y="3838384"/>
        <a:ext cx="2147627" cy="12885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DC4D0-F5F7-4C91-9BD2-2B6BF142658B}">
      <dsp:nvSpPr>
        <dsp:cNvPr id="0" name=""/>
        <dsp:cNvSpPr/>
      </dsp:nvSpPr>
      <dsp:spPr>
        <a:xfrm>
          <a:off x="2055122" y="0"/>
          <a:ext cx="1510523" cy="14149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0C31B-3805-4D39-A646-0BCFDDA38F10}">
      <dsp:nvSpPr>
        <dsp:cNvPr id="0" name=""/>
        <dsp:cNvSpPr/>
      </dsp:nvSpPr>
      <dsp:spPr>
        <a:xfrm>
          <a:off x="652493" y="1565654"/>
          <a:ext cx="4315781" cy="606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The paper found:</a:t>
          </a:r>
        </a:p>
      </dsp:txBody>
      <dsp:txXfrm>
        <a:off x="652493" y="1565654"/>
        <a:ext cx="4315781" cy="606427"/>
      </dsp:txXfrm>
    </dsp:sp>
    <dsp:sp modelId="{2002421D-DC0A-469C-9FFC-A3CE6913CCD8}">
      <dsp:nvSpPr>
        <dsp:cNvPr id="0" name=""/>
        <dsp:cNvSpPr/>
      </dsp:nvSpPr>
      <dsp:spPr>
        <a:xfrm>
          <a:off x="652493" y="2242154"/>
          <a:ext cx="4315781" cy="1497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Treatment recommendations </a:t>
          </a:r>
          <a:r>
            <a:rPr lang="en-US" sz="1700" b="1" kern="1200"/>
            <a:t>shifted in ~7–9% of cases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Some perturbations caused </a:t>
          </a:r>
          <a:r>
            <a:rPr lang="en-US" sz="1700" b="1" kern="1200"/>
            <a:t>reduced care recommendations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Errors occurred even when </a:t>
          </a:r>
          <a:r>
            <a:rPr lang="en-US" sz="1700" b="1" kern="1200"/>
            <a:t>clinical content was identical</a:t>
          </a:r>
          <a:endParaRPr lang="en-US" sz="1700" kern="1200"/>
        </a:p>
      </dsp:txBody>
      <dsp:txXfrm>
        <a:off x="652493" y="2242154"/>
        <a:ext cx="4315781" cy="1497995"/>
      </dsp:txXfrm>
    </dsp:sp>
    <dsp:sp modelId="{2471B2D1-9AE2-438B-8A35-9F2A02AA9E0C}">
      <dsp:nvSpPr>
        <dsp:cNvPr id="0" name=""/>
        <dsp:cNvSpPr/>
      </dsp:nvSpPr>
      <dsp:spPr>
        <a:xfrm>
          <a:off x="7126165" y="0"/>
          <a:ext cx="1510523" cy="14149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744EB-8401-4E32-A5E3-2183068FDBEF}">
      <dsp:nvSpPr>
        <dsp:cNvPr id="0" name=""/>
        <dsp:cNvSpPr/>
      </dsp:nvSpPr>
      <dsp:spPr>
        <a:xfrm>
          <a:off x="5723536" y="1565654"/>
          <a:ext cx="4315781" cy="606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Conclusion:</a:t>
          </a:r>
        </a:p>
      </dsp:txBody>
      <dsp:txXfrm>
        <a:off x="5723536" y="1565654"/>
        <a:ext cx="4315781" cy="606427"/>
      </dsp:txXfrm>
    </dsp:sp>
    <dsp:sp modelId="{8049522F-4A05-40B6-BE4D-860204E939FA}">
      <dsp:nvSpPr>
        <dsp:cNvPr id="0" name=""/>
        <dsp:cNvSpPr/>
      </dsp:nvSpPr>
      <dsp:spPr>
        <a:xfrm>
          <a:off x="5723536" y="2242154"/>
          <a:ext cx="4315781" cy="1497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LLMs are </a:t>
          </a:r>
          <a:r>
            <a:rPr lang="en-US" sz="1700" b="1" kern="1200"/>
            <a:t>sensitive to non-clinical signals</a:t>
          </a:r>
          <a:r>
            <a:rPr lang="en-US" sz="1700" kern="1200"/>
            <a:t>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raises fairness concerns in </a:t>
          </a:r>
          <a:r>
            <a:rPr lang="en-US" sz="1700" b="1" kern="1200"/>
            <a:t>clinical AI systems</a:t>
          </a:r>
          <a:r>
            <a:rPr lang="en-US" sz="1700" kern="1200"/>
            <a:t>.</a:t>
          </a:r>
        </a:p>
      </dsp:txBody>
      <dsp:txXfrm>
        <a:off x="5723536" y="2242154"/>
        <a:ext cx="4315781" cy="1497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B422E-3E67-4967-BA0B-4B1F673F03FC}">
      <dsp:nvSpPr>
        <dsp:cNvPr id="0" name=""/>
        <dsp:cNvSpPr/>
      </dsp:nvSpPr>
      <dsp:spPr>
        <a:xfrm>
          <a:off x="0" y="4296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7EDF6-FE74-4EB5-9771-1EF7099496E1}">
      <dsp:nvSpPr>
        <dsp:cNvPr id="0" name=""/>
        <dsp:cNvSpPr/>
      </dsp:nvSpPr>
      <dsp:spPr>
        <a:xfrm>
          <a:off x="276813" y="210190"/>
          <a:ext cx="503296" cy="503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8E2A5-FEB9-4630-A3F5-FE01C8A864B1}">
      <dsp:nvSpPr>
        <dsp:cNvPr id="0" name=""/>
        <dsp:cNvSpPr/>
      </dsp:nvSpPr>
      <dsp:spPr>
        <a:xfrm>
          <a:off x="1056922" y="4296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Our results can support:</a:t>
          </a:r>
        </a:p>
      </dsp:txBody>
      <dsp:txXfrm>
        <a:off x="1056922" y="4296"/>
        <a:ext cx="5115025" cy="915084"/>
      </dsp:txXfrm>
    </dsp:sp>
    <dsp:sp modelId="{3725CF5D-D3F0-4FE6-9801-710716F91A9E}">
      <dsp:nvSpPr>
        <dsp:cNvPr id="0" name=""/>
        <dsp:cNvSpPr/>
      </dsp:nvSpPr>
      <dsp:spPr>
        <a:xfrm>
          <a:off x="0" y="1148151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31F2D-9A04-4C06-B641-4912E484B4AA}">
      <dsp:nvSpPr>
        <dsp:cNvPr id="0" name=""/>
        <dsp:cNvSpPr/>
      </dsp:nvSpPr>
      <dsp:spPr>
        <a:xfrm>
          <a:off x="276813" y="1354045"/>
          <a:ext cx="503296" cy="503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41DCA-B7FD-4A0A-A916-41A72B202223}">
      <dsp:nvSpPr>
        <dsp:cNvPr id="0" name=""/>
        <dsp:cNvSpPr/>
      </dsp:nvSpPr>
      <dsp:spPr>
        <a:xfrm>
          <a:off x="1056922" y="1148151"/>
          <a:ext cx="2777376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Clinical AI certification</a:t>
          </a:r>
          <a:endParaRPr lang="en-US" sz="1900" kern="1200"/>
        </a:p>
      </dsp:txBody>
      <dsp:txXfrm>
        <a:off x="1056922" y="1148151"/>
        <a:ext cx="2777376" cy="915084"/>
      </dsp:txXfrm>
    </dsp:sp>
    <dsp:sp modelId="{C8D52FB1-0DA0-40D4-9DB5-89FA273E23A0}">
      <dsp:nvSpPr>
        <dsp:cNvPr id="0" name=""/>
        <dsp:cNvSpPr/>
      </dsp:nvSpPr>
      <dsp:spPr>
        <a:xfrm>
          <a:off x="3834299" y="1148151"/>
          <a:ext cx="2337648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Ensuring models meet fairness standards.</a:t>
          </a:r>
        </a:p>
      </dsp:txBody>
      <dsp:txXfrm>
        <a:off x="3834299" y="1148151"/>
        <a:ext cx="2337648" cy="915084"/>
      </dsp:txXfrm>
    </dsp:sp>
    <dsp:sp modelId="{90D7E6F6-5F48-4FB1-AD5F-B36265B0CC10}">
      <dsp:nvSpPr>
        <dsp:cNvPr id="0" name=""/>
        <dsp:cNvSpPr/>
      </dsp:nvSpPr>
      <dsp:spPr>
        <a:xfrm>
          <a:off x="0" y="2292007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00C2D7-0F6D-48CE-B4C0-9D28AF76387D}">
      <dsp:nvSpPr>
        <dsp:cNvPr id="0" name=""/>
        <dsp:cNvSpPr/>
      </dsp:nvSpPr>
      <dsp:spPr>
        <a:xfrm>
          <a:off x="276813" y="2497901"/>
          <a:ext cx="503296" cy="503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38144-0636-4529-9C81-A1A5DC207E18}">
      <dsp:nvSpPr>
        <dsp:cNvPr id="0" name=""/>
        <dsp:cNvSpPr/>
      </dsp:nvSpPr>
      <dsp:spPr>
        <a:xfrm>
          <a:off x="1056922" y="2292007"/>
          <a:ext cx="2777376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Global health deployments</a:t>
          </a:r>
          <a:endParaRPr lang="en-US" sz="1900" kern="1200"/>
        </a:p>
      </dsp:txBody>
      <dsp:txXfrm>
        <a:off x="1056922" y="2292007"/>
        <a:ext cx="2777376" cy="915084"/>
      </dsp:txXfrm>
    </dsp:sp>
    <dsp:sp modelId="{C09C9436-7C0B-42EF-8BF2-2AAA768FA988}">
      <dsp:nvSpPr>
        <dsp:cNvPr id="0" name=""/>
        <dsp:cNvSpPr/>
      </dsp:nvSpPr>
      <dsp:spPr>
        <a:xfrm>
          <a:off x="3834299" y="2292007"/>
          <a:ext cx="2337648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Choosing models suitable for LMICs.</a:t>
          </a:r>
        </a:p>
      </dsp:txBody>
      <dsp:txXfrm>
        <a:off x="3834299" y="2292007"/>
        <a:ext cx="2337648" cy="915084"/>
      </dsp:txXfrm>
    </dsp:sp>
    <dsp:sp modelId="{79648B88-57C7-41B9-B939-71EFD18F27CC}">
      <dsp:nvSpPr>
        <dsp:cNvPr id="0" name=""/>
        <dsp:cNvSpPr/>
      </dsp:nvSpPr>
      <dsp:spPr>
        <a:xfrm>
          <a:off x="0" y="3435863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3AAC4-501E-487F-B78D-F9F730601106}">
      <dsp:nvSpPr>
        <dsp:cNvPr id="0" name=""/>
        <dsp:cNvSpPr/>
      </dsp:nvSpPr>
      <dsp:spPr>
        <a:xfrm>
          <a:off x="276813" y="3641757"/>
          <a:ext cx="503296" cy="503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81400-3D43-43D5-A464-AAB243F15EA6}">
      <dsp:nvSpPr>
        <dsp:cNvPr id="0" name=""/>
        <dsp:cNvSpPr/>
      </dsp:nvSpPr>
      <dsp:spPr>
        <a:xfrm>
          <a:off x="1056922" y="3435863"/>
          <a:ext cx="2777376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Bias mitigation research</a:t>
          </a:r>
          <a:endParaRPr lang="en-US" sz="1900" kern="1200"/>
        </a:p>
      </dsp:txBody>
      <dsp:txXfrm>
        <a:off x="1056922" y="3435863"/>
        <a:ext cx="2777376" cy="915084"/>
      </dsp:txXfrm>
    </dsp:sp>
    <dsp:sp modelId="{4FCA5633-A485-4612-B3C1-A018C99EA09E}">
      <dsp:nvSpPr>
        <dsp:cNvPr id="0" name=""/>
        <dsp:cNvSpPr/>
      </dsp:nvSpPr>
      <dsp:spPr>
        <a:xfrm>
          <a:off x="3834299" y="3435863"/>
          <a:ext cx="2337648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Improving training and alignment methods.</a:t>
          </a:r>
        </a:p>
      </dsp:txBody>
      <dsp:txXfrm>
        <a:off x="3834299" y="3435863"/>
        <a:ext cx="2337648" cy="915084"/>
      </dsp:txXfrm>
    </dsp:sp>
    <dsp:sp modelId="{BC663F2F-9304-4E46-BB5E-E15E11817CED}">
      <dsp:nvSpPr>
        <dsp:cNvPr id="0" name=""/>
        <dsp:cNvSpPr/>
      </dsp:nvSpPr>
      <dsp:spPr>
        <a:xfrm>
          <a:off x="0" y="4579719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AC251-3EFA-454C-8A12-12D330DF68D8}">
      <dsp:nvSpPr>
        <dsp:cNvPr id="0" name=""/>
        <dsp:cNvSpPr/>
      </dsp:nvSpPr>
      <dsp:spPr>
        <a:xfrm>
          <a:off x="276813" y="4785613"/>
          <a:ext cx="503296" cy="5032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59BD5-63A8-4E70-BA9E-C08E60F45675}">
      <dsp:nvSpPr>
        <dsp:cNvPr id="0" name=""/>
        <dsp:cNvSpPr/>
      </dsp:nvSpPr>
      <dsp:spPr>
        <a:xfrm>
          <a:off x="1056922" y="4579719"/>
          <a:ext cx="2777376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Healthcare regulation</a:t>
          </a:r>
          <a:endParaRPr lang="en-US" sz="1900" kern="1200"/>
        </a:p>
      </dsp:txBody>
      <dsp:txXfrm>
        <a:off x="1056922" y="4579719"/>
        <a:ext cx="2777376" cy="915084"/>
      </dsp:txXfrm>
    </dsp:sp>
    <dsp:sp modelId="{DF53453E-E047-4209-BB10-96E79349030B}">
      <dsp:nvSpPr>
        <dsp:cNvPr id="0" name=""/>
        <dsp:cNvSpPr/>
      </dsp:nvSpPr>
      <dsp:spPr>
        <a:xfrm>
          <a:off x="3834299" y="4579719"/>
          <a:ext cx="2337648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Providing evidence for policy guidelines.</a:t>
          </a:r>
        </a:p>
      </dsp:txBody>
      <dsp:txXfrm>
        <a:off x="3834299" y="4579719"/>
        <a:ext cx="2337648" cy="9150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069F6-2D9B-46A2-84CE-E14EBEEBE9BF}">
      <dsp:nvSpPr>
        <dsp:cNvPr id="0" name=""/>
        <dsp:cNvSpPr/>
      </dsp:nvSpPr>
      <dsp:spPr>
        <a:xfrm>
          <a:off x="768562" y="994847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6B1526-20D2-45AB-B87B-9DCDA40F169C}">
      <dsp:nvSpPr>
        <dsp:cNvPr id="0" name=""/>
        <dsp:cNvSpPr/>
      </dsp:nvSpPr>
      <dsp:spPr>
        <a:xfrm>
          <a:off x="749" y="189699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Potential venues:</a:t>
          </a:r>
        </a:p>
      </dsp:txBody>
      <dsp:txXfrm>
        <a:off x="749" y="1896991"/>
        <a:ext cx="2362500" cy="354375"/>
      </dsp:txXfrm>
    </dsp:sp>
    <dsp:sp modelId="{E26FF86C-5667-4AE7-B3AD-6CAAE35E07EC}">
      <dsp:nvSpPr>
        <dsp:cNvPr id="0" name=""/>
        <dsp:cNvSpPr/>
      </dsp:nvSpPr>
      <dsp:spPr>
        <a:xfrm>
          <a:off x="749" y="2286375"/>
          <a:ext cx="2362500" cy="458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B10E26-1680-4554-9DD4-B1D344DDBF2D}">
      <dsp:nvSpPr>
        <dsp:cNvPr id="0" name=""/>
        <dsp:cNvSpPr/>
      </dsp:nvSpPr>
      <dsp:spPr>
        <a:xfrm>
          <a:off x="3544499" y="994847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5458A-6716-4460-8EA7-40C60CEE001D}">
      <dsp:nvSpPr>
        <dsp:cNvPr id="0" name=""/>
        <dsp:cNvSpPr/>
      </dsp:nvSpPr>
      <dsp:spPr>
        <a:xfrm>
          <a:off x="2776687" y="189699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ACM FAccT</a:t>
          </a:r>
          <a:endParaRPr lang="en-US" sz="2400" kern="1200"/>
        </a:p>
      </dsp:txBody>
      <dsp:txXfrm>
        <a:off x="2776687" y="1896991"/>
        <a:ext cx="2362500" cy="354375"/>
      </dsp:txXfrm>
    </dsp:sp>
    <dsp:sp modelId="{9C111E81-9C2C-4BF0-943F-DD6BB69B6890}">
      <dsp:nvSpPr>
        <dsp:cNvPr id="0" name=""/>
        <dsp:cNvSpPr/>
      </dsp:nvSpPr>
      <dsp:spPr>
        <a:xfrm>
          <a:off x="2776687" y="2286375"/>
          <a:ext cx="2362500" cy="458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Fairness, Accountability and Transparency</a:t>
          </a:r>
        </a:p>
      </dsp:txBody>
      <dsp:txXfrm>
        <a:off x="2776687" y="2286375"/>
        <a:ext cx="2362500" cy="458927"/>
      </dsp:txXfrm>
    </dsp:sp>
    <dsp:sp modelId="{89EE97AA-2436-4D10-BEFF-3A63F5385414}">
      <dsp:nvSpPr>
        <dsp:cNvPr id="0" name=""/>
        <dsp:cNvSpPr/>
      </dsp:nvSpPr>
      <dsp:spPr>
        <a:xfrm>
          <a:off x="6320437" y="994847"/>
          <a:ext cx="826875" cy="826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DC2CC-A0B7-4540-8CB3-703140C1FB8F}">
      <dsp:nvSpPr>
        <dsp:cNvPr id="0" name=""/>
        <dsp:cNvSpPr/>
      </dsp:nvSpPr>
      <dsp:spPr>
        <a:xfrm>
          <a:off x="5552624" y="189699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EMNLP</a:t>
          </a:r>
          <a:endParaRPr lang="en-US" sz="2400" kern="1200"/>
        </a:p>
      </dsp:txBody>
      <dsp:txXfrm>
        <a:off x="5552624" y="1896991"/>
        <a:ext cx="2362500" cy="354375"/>
      </dsp:txXfrm>
    </dsp:sp>
    <dsp:sp modelId="{B701ACB4-1060-4292-99AD-DEE0E70324D1}">
      <dsp:nvSpPr>
        <dsp:cNvPr id="0" name=""/>
        <dsp:cNvSpPr/>
      </dsp:nvSpPr>
      <dsp:spPr>
        <a:xfrm>
          <a:off x="5552624" y="2286375"/>
          <a:ext cx="2362500" cy="458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Natural Language Processing research</a:t>
          </a:r>
        </a:p>
      </dsp:txBody>
      <dsp:txXfrm>
        <a:off x="5552624" y="2286375"/>
        <a:ext cx="2362500" cy="458927"/>
      </dsp:txXfrm>
    </dsp:sp>
    <dsp:sp modelId="{215A1517-81C3-42E2-8120-988C970E6C32}">
      <dsp:nvSpPr>
        <dsp:cNvPr id="0" name=""/>
        <dsp:cNvSpPr/>
      </dsp:nvSpPr>
      <dsp:spPr>
        <a:xfrm>
          <a:off x="9096374" y="994847"/>
          <a:ext cx="826875" cy="8268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2F5BE-E308-4FDF-9995-4B9903316DA7}">
      <dsp:nvSpPr>
        <dsp:cNvPr id="0" name=""/>
        <dsp:cNvSpPr/>
      </dsp:nvSpPr>
      <dsp:spPr>
        <a:xfrm>
          <a:off x="8328562" y="189699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ACM CHI</a:t>
          </a:r>
          <a:endParaRPr lang="en-US" sz="2400" kern="1200"/>
        </a:p>
      </dsp:txBody>
      <dsp:txXfrm>
        <a:off x="8328562" y="1896991"/>
        <a:ext cx="2362500" cy="354375"/>
      </dsp:txXfrm>
    </dsp:sp>
    <dsp:sp modelId="{C6F5DBF9-0E29-4261-A46A-F1FD6F3A04E7}">
      <dsp:nvSpPr>
        <dsp:cNvPr id="0" name=""/>
        <dsp:cNvSpPr/>
      </dsp:nvSpPr>
      <dsp:spPr>
        <a:xfrm>
          <a:off x="8328562" y="2286375"/>
          <a:ext cx="2362500" cy="458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Human-centered AI and healthcare systems</a:t>
          </a:r>
        </a:p>
      </dsp:txBody>
      <dsp:txXfrm>
        <a:off x="8328562" y="2286375"/>
        <a:ext cx="2362500" cy="458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5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88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1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3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2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06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98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25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1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6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436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DB424-65DD-6272-DAD9-DEF88D864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186" y="909637"/>
            <a:ext cx="4800600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/>
              <a:t>Auditing Geographic and Cultural Bias in Clinical LLMs</a:t>
            </a:r>
            <a:br>
              <a:rPr lang="en-US" sz="2200" b="1"/>
            </a:br>
            <a:r>
              <a:rPr lang="en-US" sz="2200" b="1"/>
              <a:t>CS-5312 Big Data Analytics</a:t>
            </a: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C7B37A2C-2535-EB9E-DD38-FEBE3F808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54" r="15587" b="2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41384E8-451B-500A-826D-D4BA963E8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6186" y="2221992"/>
            <a:ext cx="4800600" cy="373989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Team: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Shawal Latif 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Usmar</a:t>
            </a:r>
            <a:r>
              <a:rPr lang="en-US" sz="1600" dirty="0"/>
              <a:t> Haider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Taimoor Karim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Abdul Moeed Irshad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Syed Muhammad Mujtaba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Instructor: </a:t>
            </a:r>
            <a:r>
              <a:rPr lang="en-US" sz="1600" b="1" dirty="0"/>
              <a:t>Dr. </a:t>
            </a:r>
            <a:r>
              <a:rPr lang="en-US" sz="1600" b="1" dirty="0" err="1"/>
              <a:t>Imdadullah</a:t>
            </a:r>
            <a:r>
              <a:rPr lang="en-US" sz="1600" b="1" dirty="0"/>
              <a:t> Khan</a:t>
            </a:r>
            <a:endParaRPr lang="en-US" sz="1600" dirty="0"/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Based on the paper:</a:t>
            </a:r>
            <a:br>
              <a:rPr lang="en-US" sz="1600" dirty="0"/>
            </a:br>
            <a:r>
              <a:rPr lang="en-US" sz="1600" b="1" dirty="0"/>
              <a:t>“The Medium is the Message: How Non-Clinical Information Shapes Clinical Decisions in LLMs”</a:t>
            </a:r>
            <a:endParaRPr lang="en-US" sz="16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481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6783B-1CAD-4773-ADC6-B204B5DC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r>
              <a:rPr lang="en-US"/>
              <a:t>Motivation</a:t>
            </a:r>
            <a:endParaRPr lang="en-PK"/>
          </a:p>
        </p:txBody>
      </p:sp>
      <p:pic>
        <p:nvPicPr>
          <p:cNvPr id="12" name="Picture 11" descr="Drawings on colorful paper">
            <a:extLst>
              <a:ext uri="{FF2B5EF4-FFF2-40B4-BE49-F238E27FC236}">
                <a16:creationId xmlns:a16="http://schemas.microsoft.com/office/drawing/2014/main" id="{094E7D69-5D15-BC6C-E962-66940D1FB9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57" r="30714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5A1D3-CB86-90CE-89DC-924245873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/>
              <a:t>Clinical LLMs are increasingly used for: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Patient triage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Clinical decision support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Medical Q&amp;A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/>
              <a:t>Most evaluations focus on </a:t>
            </a:r>
            <a:r>
              <a:rPr lang="en-US" sz="1400" b="1"/>
              <a:t>accuracy</a:t>
            </a:r>
            <a:r>
              <a:rPr lang="en-US" sz="140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/>
              <a:t>However: </a:t>
            </a:r>
            <a:r>
              <a:rPr lang="en-US" sz="1400" b="1"/>
              <a:t>Non-clinical information may influence decisions.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/>
              <a:t>Example signals: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Tone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Writing style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Gender</a:t>
            </a:r>
          </a:p>
          <a:p>
            <a:pPr lvl="1">
              <a:lnSpc>
                <a:spcPct val="100000"/>
              </a:lnSpc>
            </a:pPr>
            <a:r>
              <a:rPr lang="en-US" sz="1400"/>
              <a:t>Identity cues</a:t>
            </a:r>
          </a:p>
          <a:p>
            <a:pPr>
              <a:lnSpc>
                <a:spcPct val="100000"/>
              </a:lnSpc>
            </a:pPr>
            <a:endParaRPr lang="en-PK" sz="14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45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BA6A0-A51A-E2F5-9BE6-DEA3023F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Reference Paper</a:t>
            </a:r>
            <a:br>
              <a:rPr lang="en-US" sz="2800" dirty="0"/>
            </a:br>
            <a:r>
              <a:rPr lang="en-US" sz="1800" i="1" dirty="0"/>
              <a:t>The Medium is the Message (</a:t>
            </a:r>
            <a:r>
              <a:rPr lang="en-US" sz="1800" i="1" dirty="0" err="1"/>
              <a:t>FAccT</a:t>
            </a:r>
            <a:r>
              <a:rPr lang="en-US" sz="1800" i="1" dirty="0"/>
              <a:t> 2025)</a:t>
            </a:r>
            <a:endParaRPr lang="en-PK" sz="2800" i="1" dirty="0"/>
          </a:p>
        </p:txBody>
      </p:sp>
      <p:pic>
        <p:nvPicPr>
          <p:cNvPr id="6" name="Picture 5" descr="Pen placed on top of a signature line">
            <a:extLst>
              <a:ext uri="{FF2B5EF4-FFF2-40B4-BE49-F238E27FC236}">
                <a16:creationId xmlns:a16="http://schemas.microsoft.com/office/drawing/2014/main" id="{F0F49E3C-D5AC-268C-5B64-551D2EDD0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51" r="-1" b="-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FEE3A15-E73F-6200-F5AF-D2445BB472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0838" y="2236843"/>
            <a:ext cx="5201121" cy="3931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idea: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LLMs may change clinical recommendations when 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non-clinical aspects of the message change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even when 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medical content remains identical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Research question: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 superficial message changes influence medical decisions made by LLMs?</a:t>
            </a:r>
          </a:p>
        </p:txBody>
      </p:sp>
    </p:spTree>
    <p:extLst>
      <p:ext uri="{BB962C8B-B14F-4D97-AF65-F5344CB8AC3E}">
        <p14:creationId xmlns:p14="http://schemas.microsoft.com/office/powerpoint/2010/main" val="167520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718C7-3423-1032-F0FF-2BFC7689F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2700"/>
              <a:t>Methodology</a:t>
            </a:r>
            <a:endParaRPr lang="en-PK" sz="27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A65F4A0-C50B-283A-74C6-3537F6262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670512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484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15BDE-6F9F-7866-C21E-8A06D3EC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Evaluation Pipeline</a:t>
            </a:r>
            <a:endParaRPr lang="en-PK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5C616-650A-054C-3812-97188FC7E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Steps used in the paper:</a:t>
            </a:r>
            <a:endParaRPr lang="en-US"/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Clinical question sent to LLM</a:t>
            </a:r>
            <a:endParaRPr lang="en-US"/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Model generates response</a:t>
            </a:r>
            <a:endParaRPr lang="en-US"/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LLM-as-annotator</a:t>
            </a:r>
            <a:r>
              <a:rPr lang="en-US" dirty="0"/>
              <a:t> extracts structured decisions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Three decision labels: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b="1" dirty="0"/>
              <a:t>MANAGE</a:t>
            </a:r>
            <a:r>
              <a:rPr lang="en-US" dirty="0"/>
              <a:t> → self-care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b="1" dirty="0"/>
              <a:t>VISIT</a:t>
            </a:r>
            <a:r>
              <a:rPr lang="en-US" dirty="0"/>
              <a:t> → doctor/ER visit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b="1" dirty="0"/>
              <a:t>RESOURCE</a:t>
            </a:r>
            <a:r>
              <a:rPr lang="en-US" dirty="0"/>
              <a:t> → tests or referrals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This converts free text into </a:t>
            </a:r>
            <a:r>
              <a:rPr lang="en-US" b="1" dirty="0"/>
              <a:t>measurable outcomes</a:t>
            </a:r>
            <a:r>
              <a:rPr lang="en-US" dirty="0"/>
              <a:t>.</a:t>
            </a:r>
            <a:endParaRPr lang="en-US"/>
          </a:p>
          <a:p>
            <a:pPr>
              <a:lnSpc>
                <a:spcPct val="100000"/>
              </a:lnSpc>
            </a:pPr>
            <a:endParaRPr lang="en-PK"/>
          </a:p>
        </p:txBody>
      </p:sp>
      <p:pic>
        <p:nvPicPr>
          <p:cNvPr id="5" name="Picture 4" descr="Multi-colored paper-craft art">
            <a:extLst>
              <a:ext uri="{FF2B5EF4-FFF2-40B4-BE49-F238E27FC236}">
                <a16:creationId xmlns:a16="http://schemas.microsoft.com/office/drawing/2014/main" id="{D0BB189D-229E-DD56-9AFC-F632522F1C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32" r="20795" b="-2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8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B192F-A280-D0E1-59CB-86DF58A8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Project Objective</a:t>
            </a:r>
            <a:endParaRPr lang="en-PK" dirty="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8C3AC785-CAE9-4F47-2BFA-8B5687B04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30" r="19680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1294D-0B8F-0B86-A6B0-9E256ED3F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goal is to: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C</a:t>
            </a:r>
            <a:r>
              <a:rPr lang="en-US" b="1" dirty="0" err="1"/>
              <a:t>Audit</a:t>
            </a:r>
            <a:r>
              <a:rPr lang="en-US" b="1" dirty="0"/>
              <a:t> clinical LLMs</a:t>
            </a:r>
            <a:r>
              <a:rPr lang="en-US" dirty="0"/>
              <a:t> for geographic bias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Compare </a:t>
            </a:r>
            <a:r>
              <a:rPr lang="en-US" b="1" dirty="0"/>
              <a:t>multiple model families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Quantify disparity using </a:t>
            </a:r>
            <a:r>
              <a:rPr lang="en-US" b="1" dirty="0"/>
              <a:t>statistical metrics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Provide a </a:t>
            </a:r>
            <a:r>
              <a:rPr lang="en-US" b="1" dirty="0"/>
              <a:t>reproducible evaluation framework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r>
              <a:rPr lang="en-US" dirty="0"/>
              <a:t>A </a:t>
            </a:r>
            <a:r>
              <a:rPr lang="en-US" b="1" dirty="0"/>
              <a:t>structured audit report</a:t>
            </a:r>
            <a:r>
              <a:rPr lang="en-US" dirty="0"/>
              <a:t> measuring bias across models.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5028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D0568-3E37-C0D8-000E-D9CF757B7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Key Findings</a:t>
            </a:r>
            <a:endParaRPr lang="en-PK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24961C-50FD-4206-DBEA-974019525B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299643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767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2E328-50E2-BE13-D597-564DCD6A9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dirty="0"/>
              <a:t>Datasets Used</a:t>
            </a:r>
            <a:endParaRPr lang="en-PK" dirty="0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tethoscope">
            <a:extLst>
              <a:ext uri="{FF2B5EF4-FFF2-40B4-BE49-F238E27FC236}">
                <a16:creationId xmlns:a16="http://schemas.microsoft.com/office/drawing/2014/main" id="{94C4EF37-0BF2-5A62-DEFB-CF96787F0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2672080"/>
            <a:ext cx="3490974" cy="34909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CC8E-F2E4-3681-2510-61F5C0150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evaluate using </a:t>
            </a:r>
            <a:r>
              <a:rPr lang="en-US" b="1" dirty="0"/>
              <a:t>three clinical datasets</a:t>
            </a:r>
            <a:r>
              <a:rPr lang="en-US" dirty="0"/>
              <a:t>.</a:t>
            </a:r>
          </a:p>
          <a:p>
            <a:r>
              <a:rPr lang="en-US" b="1" dirty="0" err="1"/>
              <a:t>OncQA</a:t>
            </a:r>
            <a:endParaRPr lang="en-US" b="1" dirty="0"/>
          </a:p>
          <a:p>
            <a:pPr lvl="1"/>
            <a:r>
              <a:rPr lang="en-US" dirty="0"/>
              <a:t>Cancer patient summaries</a:t>
            </a:r>
          </a:p>
          <a:p>
            <a:pPr lvl="1"/>
            <a:r>
              <a:rPr lang="en-US" dirty="0"/>
              <a:t>Clinical portal messages</a:t>
            </a:r>
          </a:p>
          <a:p>
            <a:pPr lvl="1"/>
            <a:r>
              <a:rPr lang="en-US" dirty="0"/>
              <a:t>61 cases</a:t>
            </a:r>
          </a:p>
          <a:p>
            <a:r>
              <a:rPr lang="en-US" b="1" dirty="0"/>
              <a:t>r/</a:t>
            </a:r>
            <a:r>
              <a:rPr lang="en-US" b="1" dirty="0" err="1"/>
              <a:t>AskDocs</a:t>
            </a:r>
            <a:endParaRPr lang="en-US" b="1" dirty="0"/>
          </a:p>
          <a:p>
            <a:pPr lvl="1"/>
            <a:r>
              <a:rPr lang="en-US" dirty="0"/>
              <a:t>Real patient questions from Reddit</a:t>
            </a:r>
          </a:p>
          <a:p>
            <a:pPr lvl="1"/>
            <a:r>
              <a:rPr lang="en-US" dirty="0"/>
              <a:t>147 cases</a:t>
            </a:r>
          </a:p>
          <a:p>
            <a:r>
              <a:rPr lang="en-US" b="1" dirty="0"/>
              <a:t>USMLE + Dermatology</a:t>
            </a:r>
          </a:p>
          <a:p>
            <a:pPr lvl="1"/>
            <a:r>
              <a:rPr lang="en-US" dirty="0"/>
              <a:t>Medical exam clinical cases</a:t>
            </a:r>
          </a:p>
          <a:p>
            <a:pPr lvl="1"/>
            <a:r>
              <a:rPr lang="en-US" dirty="0"/>
              <a:t>1,333 cases</a:t>
            </a:r>
          </a:p>
          <a:p>
            <a:pPr marL="0" indent="0">
              <a:buNone/>
            </a:pPr>
            <a:r>
              <a:rPr lang="en-US" dirty="0"/>
              <a:t>Total: </a:t>
            </a:r>
            <a:r>
              <a:rPr lang="en-US" b="1" dirty="0"/>
              <a:t>1,541 clinical cases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45246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2570E-EEF2-0CFA-AFBA-C8CFEBB6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Limitations of the Paper</a:t>
            </a:r>
            <a:endParaRPr lang="en-PK" dirty="0"/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8D112218-C38F-6B9C-309D-02B9E708C9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30" r="17959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74E5-C2C3-3E21-5B7D-25D7C6572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study tested bias related to: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Tone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Syntax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Gender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However, it </a:t>
            </a:r>
            <a:r>
              <a:rPr lang="en-US" b="1" dirty="0"/>
              <a:t>did not examine geographic identity</a:t>
            </a:r>
            <a:r>
              <a:rPr lang="en-US" dirty="0"/>
              <a:t>.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Examples not tested: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Patient names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Country of origin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Cultural context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This motivates our </a:t>
            </a:r>
            <a:r>
              <a:rPr lang="en-US" b="1" dirty="0"/>
              <a:t>extension</a:t>
            </a:r>
            <a:r>
              <a:rPr lang="en-US" dirty="0"/>
              <a:t>.</a:t>
            </a:r>
            <a:endParaRPr lang="en-US"/>
          </a:p>
          <a:p>
            <a:pPr>
              <a:lnSpc>
                <a:spcPct val="100000"/>
              </a:lnSpc>
            </a:pP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36186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39653-C1BF-52AF-C506-EBF6EB42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Our Extension</a:t>
            </a:r>
            <a:endParaRPr lang="en-PK" dirty="0"/>
          </a:p>
        </p:txBody>
      </p:sp>
      <p:pic>
        <p:nvPicPr>
          <p:cNvPr id="6" name="Picture 5" descr="Magnifying glass showing decling performance">
            <a:extLst>
              <a:ext uri="{FF2B5EF4-FFF2-40B4-BE49-F238E27FC236}">
                <a16:creationId xmlns:a16="http://schemas.microsoft.com/office/drawing/2014/main" id="{E20453C8-AAD0-30C0-AF89-76B29F535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23" r="42586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25E52C3-9509-EFB9-BB00-7DD61ADE9B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8656" y="2221992"/>
            <a:ext cx="6236208" cy="39410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 extend the paper by studying: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Geographic and Cultural Bias in Clinical LLMs</a:t>
            </a:r>
            <a:endParaRPr kumimoji="0" lang="en-PK" altLang="en-PK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Research question: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 LLMs recommend different care based on patient geographic identity?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</a:t>
            </a:r>
            <a:b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Ali from Karachi</a:t>
            </a:r>
            <a:endParaRPr kumimoji="0" lang="en-PK" altLang="en-PK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B</a:t>
            </a:r>
            <a:b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PK" altLang="en-PK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David from New York</a:t>
            </a:r>
            <a:endParaRPr kumimoji="0" lang="en-US" altLang="en-PK" sz="17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Symptoms remain </a:t>
            </a:r>
            <a:r>
              <a:rPr kumimoji="0" lang="en-PK" altLang="en-PK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identical</a:t>
            </a:r>
            <a:r>
              <a:rPr kumimoji="0" lang="en-PK" altLang="en-PK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200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2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01237-B9EB-83F4-48D2-C14327D7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1705460"/>
            <a:ext cx="4265763" cy="1593185"/>
          </a:xfrm>
        </p:spPr>
        <p:txBody>
          <a:bodyPr anchor="t">
            <a:normAutofit/>
          </a:bodyPr>
          <a:lstStyle/>
          <a:p>
            <a:r>
              <a:rPr lang="en-US" sz="4200"/>
              <a:t>Proposed Method</a:t>
            </a:r>
            <a:endParaRPr lang="en-PK" sz="420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BDA97AAF-3FF2-0808-CC17-DF8AB8AF1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1796458"/>
            <a:ext cx="5483190" cy="4457453"/>
          </a:xfrm>
        </p:spPr>
        <p:txBody>
          <a:bodyPr>
            <a:normAutofit/>
          </a:bodyPr>
          <a:lstStyle/>
          <a:p>
            <a:r>
              <a:rPr lang="en-US"/>
              <a:t>We apply the same </a:t>
            </a:r>
            <a:r>
              <a:rPr lang="en-US" b="1"/>
              <a:t>perturbation framework</a:t>
            </a:r>
            <a:r>
              <a:rPr lang="en-US"/>
              <a:t>.</a:t>
            </a:r>
          </a:p>
          <a:p>
            <a:r>
              <a:rPr lang="en-US"/>
              <a:t>New perturbations:</a:t>
            </a:r>
          </a:p>
          <a:p>
            <a:pPr>
              <a:buFont typeface="+mj-lt"/>
              <a:buAutoNum type="arabicPeriod"/>
            </a:pPr>
            <a:r>
              <a:rPr lang="en-US" b="1"/>
              <a:t>Name change</a:t>
            </a:r>
            <a:endParaRPr lang="en-US"/>
          </a:p>
          <a:p>
            <a:pPr marL="742950" lvl="1" indent="-285750">
              <a:buFont typeface="+mj-lt"/>
              <a:buAutoNum type="arabicPeriod"/>
            </a:pPr>
            <a:r>
              <a:rPr lang="en-US"/>
              <a:t>David → Ali</a:t>
            </a:r>
          </a:p>
          <a:p>
            <a:pPr>
              <a:buFont typeface="+mj-lt"/>
              <a:buAutoNum type="arabicPeriod"/>
            </a:pPr>
            <a:r>
              <a:rPr lang="en-US" b="1"/>
              <a:t>Location change</a:t>
            </a:r>
            <a:endParaRPr lang="en-US"/>
          </a:p>
          <a:p>
            <a:pPr marL="742950" lvl="1" indent="-285750">
              <a:buFont typeface="+mj-lt"/>
              <a:buAutoNum type="arabicPeriod"/>
            </a:pPr>
            <a:r>
              <a:rPr lang="en-US"/>
              <a:t>Boston → Lahore</a:t>
            </a:r>
          </a:p>
          <a:p>
            <a:pPr>
              <a:buFont typeface="+mj-lt"/>
              <a:buAutoNum type="arabicPeriod"/>
            </a:pPr>
            <a:r>
              <a:rPr lang="en-US" b="1"/>
              <a:t>Combined change</a:t>
            </a:r>
            <a:endParaRPr lang="en-US"/>
          </a:p>
          <a:p>
            <a:pPr marL="742950" lvl="1" indent="-285750">
              <a:buFont typeface="+mj-lt"/>
              <a:buAutoNum type="arabicPeriod"/>
            </a:pPr>
            <a:r>
              <a:rPr lang="en-US"/>
              <a:t>David from Boston → Ali from Lahore</a:t>
            </a:r>
          </a:p>
          <a:p>
            <a:r>
              <a:rPr lang="en-US"/>
              <a:t>All clinical information remains unchanged.</a:t>
            </a:r>
          </a:p>
          <a:p>
            <a:endParaRPr lang="en-PK"/>
          </a:p>
        </p:txBody>
      </p:sp>
      <p:cxnSp>
        <p:nvCxnSpPr>
          <p:cNvPr id="50" name="Straight Connector 44">
            <a:extLst>
              <a:ext uri="{FF2B5EF4-FFF2-40B4-BE49-F238E27FC236}">
                <a16:creationId xmlns:a16="http://schemas.microsoft.com/office/drawing/2014/main" id="{F6DB4BEA-22D1-9BE0-1F06-BAFE567B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435170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297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AAB12-10B7-2D8D-11E4-4A1C72A73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Scale of Experiment</a:t>
            </a:r>
            <a:endParaRPr lang="en-PK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B435F-8BC2-0CC8-4FE1-83C738787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r>
              <a:rPr lang="en-US" dirty="0"/>
              <a:t>Estimated evaluation size:</a:t>
            </a:r>
          </a:p>
          <a:p>
            <a:pPr lvl="1"/>
            <a:r>
              <a:rPr lang="en-US" dirty="0"/>
              <a:t>Cases: </a:t>
            </a:r>
            <a:r>
              <a:rPr lang="en-US" b="1" dirty="0"/>
              <a:t>1,541</a:t>
            </a:r>
            <a:endParaRPr lang="en-US" dirty="0"/>
          </a:p>
          <a:p>
            <a:r>
              <a:rPr lang="en-US" dirty="0"/>
              <a:t>Perturbations: </a:t>
            </a:r>
            <a:r>
              <a:rPr lang="en-US" b="1" dirty="0"/>
              <a:t>7</a:t>
            </a:r>
            <a:endParaRPr lang="en-US" dirty="0"/>
          </a:p>
          <a:p>
            <a:r>
              <a:rPr lang="en-US" dirty="0"/>
              <a:t>Models: </a:t>
            </a:r>
            <a:r>
              <a:rPr lang="en-US" b="1" dirty="0"/>
              <a:t>7</a:t>
            </a:r>
            <a:endParaRPr lang="en-US" dirty="0"/>
          </a:p>
          <a:p>
            <a:r>
              <a:rPr lang="en-US" dirty="0"/>
              <a:t>Total LLM evaluations:</a:t>
            </a:r>
          </a:p>
          <a:p>
            <a:pPr lvl="1"/>
            <a:r>
              <a:rPr lang="en-US" b="1" dirty="0"/>
              <a:t>~75,000 samples</a:t>
            </a:r>
            <a:endParaRPr lang="en-US" dirty="0"/>
          </a:p>
          <a:p>
            <a:r>
              <a:rPr lang="en-US" dirty="0"/>
              <a:t>This allows </a:t>
            </a:r>
            <a:r>
              <a:rPr lang="en-US" b="1" dirty="0"/>
              <a:t>statistically robust analysis</a:t>
            </a:r>
            <a:r>
              <a:rPr lang="en-US" dirty="0"/>
              <a:t>.</a:t>
            </a:r>
          </a:p>
          <a:p>
            <a:endParaRPr lang="en-PK" dirty="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FA70B61F-BFF0-D3C1-8000-0A73FB22E0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8" r="26606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13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2BDE3-5C41-ADD3-089E-9B2E0069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Evaluation Metrics</a:t>
            </a:r>
            <a:endParaRPr lang="en-PK" dirty="0"/>
          </a:p>
        </p:txBody>
      </p:sp>
      <p:pic>
        <p:nvPicPr>
          <p:cNvPr id="14" name="Picture 4" descr="Colorful pills stacked to make a bar graph">
            <a:extLst>
              <a:ext uri="{FF2B5EF4-FFF2-40B4-BE49-F238E27FC236}">
                <a16:creationId xmlns:a16="http://schemas.microsoft.com/office/drawing/2014/main" id="{A660EA46-ADE4-91E3-CC2B-BFA3AEA0C6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63" r="17087" b="-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92EDB-10B9-B1D0-CD4A-06F41FE11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measure bias using three main metrics.</a:t>
            </a:r>
          </a:p>
          <a:p>
            <a:r>
              <a:rPr lang="en-US" b="1" dirty="0"/>
              <a:t>Treatment Shift Rate (TSR)</a:t>
            </a:r>
          </a:p>
          <a:p>
            <a:pPr lvl="1"/>
            <a:r>
              <a:rPr lang="en-US" dirty="0"/>
              <a:t>How often recommendations change after perturbation.</a:t>
            </a:r>
          </a:p>
          <a:p>
            <a:r>
              <a:rPr lang="en-US" b="1" dirty="0"/>
              <a:t>Reduced Care Rate (RCR)</a:t>
            </a:r>
          </a:p>
          <a:p>
            <a:pPr lvl="1"/>
            <a:r>
              <a:rPr lang="en-US" dirty="0"/>
              <a:t>Cases where care becomes </a:t>
            </a:r>
            <a:r>
              <a:rPr lang="en-US" b="1" dirty="0"/>
              <a:t>less intensive</a:t>
            </a:r>
            <a:r>
              <a:rPr lang="en-US" dirty="0"/>
              <a:t>.</a:t>
            </a:r>
          </a:p>
          <a:p>
            <a:r>
              <a:rPr lang="en-US" b="1" dirty="0"/>
              <a:t>Reduced Care Error Rate (RCER)</a:t>
            </a:r>
          </a:p>
          <a:p>
            <a:pPr lvl="1"/>
            <a:r>
              <a:rPr lang="en-US" dirty="0"/>
              <a:t>Cases where reduced care </a:t>
            </a:r>
            <a:r>
              <a:rPr lang="en-US" b="1" dirty="0"/>
              <a:t>contradicts medical guidelines</a:t>
            </a:r>
            <a:r>
              <a:rPr lang="en-US" dirty="0"/>
              <a:t>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01592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7FB80-4F0F-D290-287B-C8740EDF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Novel Metric</a:t>
            </a:r>
            <a:endParaRPr lang="en-PK" dirty="0"/>
          </a:p>
        </p:txBody>
      </p:sp>
      <p:pic>
        <p:nvPicPr>
          <p:cNvPr id="5" name="Picture 4" descr="A person holding a globe">
            <a:extLst>
              <a:ext uri="{FF2B5EF4-FFF2-40B4-BE49-F238E27FC236}">
                <a16:creationId xmlns:a16="http://schemas.microsoft.com/office/drawing/2014/main" id="{0EFCA3BD-D206-0F14-17C1-6184442130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92" r="29548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6DEDB-F2A7-BAB1-6C0C-A47ED764A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introduce a new metric:</a:t>
            </a:r>
          </a:p>
          <a:p>
            <a:r>
              <a:rPr lang="en-US" b="1" dirty="0"/>
              <a:t>Geographic Disparity Index (GDI)</a:t>
            </a:r>
            <a:endParaRPr lang="en-US" dirty="0"/>
          </a:p>
          <a:p>
            <a:pPr lvl="1"/>
            <a:r>
              <a:rPr lang="en-US" dirty="0"/>
              <a:t>Measures difference between:</a:t>
            </a:r>
          </a:p>
          <a:p>
            <a:r>
              <a:rPr lang="en-US" b="1" dirty="0"/>
              <a:t>Global North recommendations </a:t>
            </a:r>
            <a:r>
              <a:rPr lang="en-US" dirty="0"/>
              <a:t>vs </a:t>
            </a:r>
            <a:r>
              <a:rPr lang="en-US" b="1" dirty="0"/>
              <a:t>Global South recommendations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If:</a:t>
            </a:r>
          </a:p>
          <a:p>
            <a:r>
              <a:rPr lang="en-US" b="1" dirty="0"/>
              <a:t>GDI &gt; 0 → Evidence of geographic bias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84487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0C61F-155B-DECD-D374-218D841C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r>
              <a:rPr lang="en-US" dirty="0"/>
              <a:t>Expected Contribution</a:t>
            </a:r>
            <a:endParaRPr lang="en-PK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3A6D6-B9E4-BA83-3BA2-8D2B7CDD3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Our extension contributes: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400" b="1" dirty="0"/>
              <a:t>New bias dimension</a:t>
            </a:r>
            <a:br>
              <a:rPr lang="en-US" sz="1400" dirty="0"/>
            </a:br>
            <a:r>
              <a:rPr lang="en-US" sz="1400" dirty="0"/>
              <a:t>Geographic identity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400" b="1" dirty="0"/>
              <a:t>Evaluation across multiple LLMs</a:t>
            </a:r>
            <a:endParaRPr lang="en-US" sz="1400" dirty="0"/>
          </a:p>
          <a:p>
            <a:pPr marL="742950" lvl="1" indent="-285750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GPT</a:t>
            </a:r>
          </a:p>
          <a:p>
            <a:pPr marL="742950" lvl="1" indent="-285750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Gemini</a:t>
            </a:r>
          </a:p>
          <a:p>
            <a:pPr marL="742950" lvl="1" indent="-285750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Claude</a:t>
            </a:r>
          </a:p>
          <a:p>
            <a:pPr marL="742950" lvl="1" indent="-285750">
              <a:lnSpc>
                <a:spcPct val="100000"/>
              </a:lnSpc>
              <a:buFont typeface="+mj-lt"/>
              <a:buAutoNum type="arabicPeriod"/>
            </a:pPr>
            <a:r>
              <a:rPr lang="en-US" sz="1400" dirty="0" err="1"/>
              <a:t>LLaMA</a:t>
            </a:r>
            <a:endParaRPr lang="en-US" sz="1400" dirty="0"/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400" b="1" dirty="0"/>
              <a:t>Geographic Disparity Index (GDI)</a:t>
            </a:r>
            <a:br>
              <a:rPr lang="en-US" sz="1400" dirty="0"/>
            </a:br>
            <a:r>
              <a:rPr lang="en-US" sz="1400" dirty="0"/>
              <a:t>Metric to quantify geographic bias.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Goal: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Ensure </a:t>
            </a:r>
            <a:r>
              <a:rPr lang="en-US" sz="1400" b="1" dirty="0"/>
              <a:t>clinical AI systems are fair across global populations</a:t>
            </a:r>
            <a:r>
              <a:rPr lang="en-US" sz="1400" dirty="0"/>
              <a:t>.</a:t>
            </a:r>
          </a:p>
          <a:p>
            <a:pPr>
              <a:lnSpc>
                <a:spcPct val="100000"/>
              </a:lnSpc>
            </a:pPr>
            <a:endParaRPr lang="en-PK" sz="1400" dirty="0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C5A0FB3B-5134-9716-8088-0A2F42530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67" r="34633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43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8DD707-A2F6-CAF8-D77F-DA5C7355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Potential Applications</a:t>
            </a:r>
            <a:endParaRPr lang="en-PK" dirty="0"/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169BD59-8280-A58D-6373-30B70633B3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29374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828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C8C0C-4B71-8BC1-0374-8C8F46AA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Target Publication Venues</a:t>
            </a:r>
            <a:endParaRPr lang="en-PK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0706DF-A461-3D8E-8712-0052652B87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18615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297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67E39-30C7-9C5B-F74A-225EAD88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6585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726</Words>
  <Application>Microsoft Office PowerPoint</Application>
  <PresentationFormat>Widescreen</PresentationFormat>
  <Paragraphs>159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Bierstadt</vt:lpstr>
      <vt:lpstr>Calisto MT</vt:lpstr>
      <vt:lpstr>Univers Condensed</vt:lpstr>
      <vt:lpstr>ChronicleVTI</vt:lpstr>
      <vt:lpstr>Auditing Geographic and Cultural Bias in Clinical LLMs CS-5312 Big Data Analytics</vt:lpstr>
      <vt:lpstr>Motivation</vt:lpstr>
      <vt:lpstr>Reference Paper The Medium is the Message (FAccT 2025)</vt:lpstr>
      <vt:lpstr>Methodology</vt:lpstr>
      <vt:lpstr>Evaluation Pipeline</vt:lpstr>
      <vt:lpstr>Project Objective</vt:lpstr>
      <vt:lpstr>Key Findings</vt:lpstr>
      <vt:lpstr>Datasets Used</vt:lpstr>
      <vt:lpstr>Limitations of the Paper</vt:lpstr>
      <vt:lpstr>Our Extension</vt:lpstr>
      <vt:lpstr>Proposed Method</vt:lpstr>
      <vt:lpstr>Scale of Experiment</vt:lpstr>
      <vt:lpstr>Evaluation Metrics</vt:lpstr>
      <vt:lpstr>Novel Metric</vt:lpstr>
      <vt:lpstr>Expected Contribution</vt:lpstr>
      <vt:lpstr>Potential Applications</vt:lpstr>
      <vt:lpstr>Target Publication Venues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Auditing Geographic and Cultural Bias in Clinical LLMs CS-5312 Big Data Analytics</dc:title>
  <dc:creator>Abdul Moeed  Irshad</dc:creator>
  <cp:lastModifiedBy>Abdul Moeed  Irshad</cp:lastModifiedBy>
  <cp:revision>5</cp:revision>
  <dcterms:created xsi:type="dcterms:W3CDTF">2026-03-08T01:26:58Z</dcterms:created>
  <dcterms:modified xsi:type="dcterms:W3CDTF">2026-03-08T01:59:43Z</dcterms:modified>
</cp:coreProperties>
</file>